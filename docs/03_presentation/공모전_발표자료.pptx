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24384000" cy="13716000"/>
  <p:notesSz cx="6858000" cy="9144000"/>
  <p:embeddedFontLst>
    <p:embeddedFont>
      <p:font typeface="Pretendard Regular"/>
      <p:regular r:id="rId36"/>
    </p:embeddedFont>
    <p:embeddedFont>
      <p:font typeface="Courier Prime Regular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1.fntdata" Type="http://schemas.openxmlformats.org/officeDocument/2006/relationships/font"/><Relationship Id="rId37" Target="fonts/font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6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16" Target="../media/image27.png" Type="http://schemas.openxmlformats.org/officeDocument/2006/relationships/image"/><Relationship Id="rId17" Target="../media/image28.png" Type="http://schemas.openxmlformats.org/officeDocument/2006/relationships/image"/><Relationship Id="rId18" Target="../media/image12.png" Type="http://schemas.openxmlformats.org/officeDocument/2006/relationships/image"/><Relationship Id="rId2" Target="../media/image14.png" Type="http://schemas.openxmlformats.org/officeDocument/2006/relationships/image"/><Relationship Id="rId3" Target="../media/image6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17" Target="../media/image43.png" Type="http://schemas.openxmlformats.org/officeDocument/2006/relationships/image"/><Relationship Id="rId18" Target="../media/image44.png" Type="http://schemas.openxmlformats.org/officeDocument/2006/relationships/image"/><Relationship Id="rId19" Target="../media/image45.png" Type="http://schemas.openxmlformats.org/officeDocument/2006/relationships/image"/><Relationship Id="rId2" Target="../media/image29.png" Type="http://schemas.openxmlformats.org/officeDocument/2006/relationships/image"/><Relationship Id="rId20" Target="../media/image46.png" Type="http://schemas.openxmlformats.org/officeDocument/2006/relationships/image"/><Relationship Id="rId21" Target="../media/image47.png" Type="http://schemas.openxmlformats.org/officeDocument/2006/relationships/image"/><Relationship Id="rId22" Target="../media/image48.png" Type="http://schemas.openxmlformats.org/officeDocument/2006/relationships/image"/><Relationship Id="rId23" Target="../media/image49.png" Type="http://schemas.openxmlformats.org/officeDocument/2006/relationships/image"/><Relationship Id="rId24" Target="../media/image12.png" Type="http://schemas.openxmlformats.org/officeDocument/2006/relationships/image"/><Relationship Id="rId3" Target="../media/image6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16" Target="../media/image63.png" Type="http://schemas.openxmlformats.org/officeDocument/2006/relationships/image"/><Relationship Id="rId17" Target="../media/image64.png" Type="http://schemas.openxmlformats.org/officeDocument/2006/relationships/image"/><Relationship Id="rId18" Target="../media/image65.png" Type="http://schemas.openxmlformats.org/officeDocument/2006/relationships/image"/><Relationship Id="rId19" Target="../media/image66.png" Type="http://schemas.openxmlformats.org/officeDocument/2006/relationships/image"/><Relationship Id="rId2" Target="../media/image50.png" Type="http://schemas.openxmlformats.org/officeDocument/2006/relationships/image"/><Relationship Id="rId20" Target="../media/image67.png" Type="http://schemas.openxmlformats.org/officeDocument/2006/relationships/image"/><Relationship Id="rId21" Target="../media/image68.png" Type="http://schemas.openxmlformats.org/officeDocument/2006/relationships/image"/><Relationship Id="rId22" Target="../media/image69.png" Type="http://schemas.openxmlformats.org/officeDocument/2006/relationships/image"/><Relationship Id="rId23" Target="../media/image70.png" Type="http://schemas.openxmlformats.org/officeDocument/2006/relationships/image"/><Relationship Id="rId24" Target="../media/image71.png" Type="http://schemas.openxmlformats.org/officeDocument/2006/relationships/image"/><Relationship Id="rId25" Target="../media/image72.png" Type="http://schemas.openxmlformats.org/officeDocument/2006/relationships/image"/><Relationship Id="rId26" Target="../media/image73.png" Type="http://schemas.openxmlformats.org/officeDocument/2006/relationships/image"/><Relationship Id="rId27" Target="../media/image74.png" Type="http://schemas.openxmlformats.org/officeDocument/2006/relationships/image"/><Relationship Id="rId28" Target="../media/image75.png" Type="http://schemas.openxmlformats.org/officeDocument/2006/relationships/image"/><Relationship Id="rId29" Target="../media/image76.png" Type="http://schemas.openxmlformats.org/officeDocument/2006/relationships/image"/><Relationship Id="rId3" Target="../media/image51.png" Type="http://schemas.openxmlformats.org/officeDocument/2006/relationships/image"/><Relationship Id="rId30" Target="../media/image77.png" Type="http://schemas.openxmlformats.org/officeDocument/2006/relationships/image"/><Relationship Id="rId31" Target="../media/image78.png" Type="http://schemas.openxmlformats.org/officeDocument/2006/relationships/image"/><Relationship Id="rId32" Target="../media/image79.png" Type="http://schemas.openxmlformats.org/officeDocument/2006/relationships/image"/><Relationship Id="rId33" Target="../media/image80.png" Type="http://schemas.openxmlformats.org/officeDocument/2006/relationships/image"/><Relationship Id="rId34" Target="../media/image81.png" Type="http://schemas.openxmlformats.org/officeDocument/2006/relationships/image"/><Relationship Id="rId35" Target="../media/image82.png" Type="http://schemas.openxmlformats.org/officeDocument/2006/relationships/image"/><Relationship Id="rId36" Target="../media/image83.png" Type="http://schemas.openxmlformats.org/officeDocument/2006/relationships/image"/><Relationship Id="rId37" Target="../media/image84.png" Type="http://schemas.openxmlformats.org/officeDocument/2006/relationships/image"/><Relationship Id="rId38" Target="../media/image85.png" Type="http://schemas.openxmlformats.org/officeDocument/2006/relationships/image"/><Relationship Id="rId39" Target="../media/image86.png" Type="http://schemas.openxmlformats.org/officeDocument/2006/relationships/image"/><Relationship Id="rId4" Target="../media/image52.png" Type="http://schemas.openxmlformats.org/officeDocument/2006/relationships/image"/><Relationship Id="rId40" Target="../media/image87.png" Type="http://schemas.openxmlformats.org/officeDocument/2006/relationships/image"/><Relationship Id="rId41" Target="../media/image88.png" Type="http://schemas.openxmlformats.org/officeDocument/2006/relationships/image"/><Relationship Id="rId42" Target="../media/image89.png" Type="http://schemas.openxmlformats.org/officeDocument/2006/relationships/image"/><Relationship Id="rId43" Target="../media/image90.png" Type="http://schemas.openxmlformats.org/officeDocument/2006/relationships/image"/><Relationship Id="rId44" Target="../media/image91.png" Type="http://schemas.openxmlformats.org/officeDocument/2006/relationships/image"/><Relationship Id="rId45" Target="../media/image92.png" Type="http://schemas.openxmlformats.org/officeDocument/2006/relationships/image"/><Relationship Id="rId46" Target="../media/image93.png" Type="http://schemas.openxmlformats.org/officeDocument/2006/relationships/image"/><Relationship Id="rId47" Target="../media/image94.png" Type="http://schemas.openxmlformats.org/officeDocument/2006/relationships/image"/><Relationship Id="rId48" Target="../media/image95.png" Type="http://schemas.openxmlformats.org/officeDocument/2006/relationships/image"/><Relationship Id="rId49" Target="../media/image96.png" Type="http://schemas.openxmlformats.org/officeDocument/2006/relationships/image"/><Relationship Id="rId5" Target="../media/image53.png" Type="http://schemas.openxmlformats.org/officeDocument/2006/relationships/image"/><Relationship Id="rId50" Target="../media/image97.png" Type="http://schemas.openxmlformats.org/officeDocument/2006/relationships/image"/><Relationship Id="rId51" Target="../media/image98.png" Type="http://schemas.openxmlformats.org/officeDocument/2006/relationships/image"/><Relationship Id="rId52" Target="../media/image99.png" Type="http://schemas.openxmlformats.org/officeDocument/2006/relationships/image"/><Relationship Id="rId53" Target="../media/image100.png" Type="http://schemas.openxmlformats.org/officeDocument/2006/relationships/image"/><Relationship Id="rId54" Target="../media/image101.png" Type="http://schemas.openxmlformats.org/officeDocument/2006/relationships/image"/><Relationship Id="rId55" Target="../media/image102.png" Type="http://schemas.openxmlformats.org/officeDocument/2006/relationships/image"/><Relationship Id="rId56" Target="../media/image103.png" Type="http://schemas.openxmlformats.org/officeDocument/2006/relationships/image"/><Relationship Id="rId57" Target="../media/image104.png" Type="http://schemas.openxmlformats.org/officeDocument/2006/relationships/image"/><Relationship Id="rId58" Target="../media/image105.png" Type="http://schemas.openxmlformats.org/officeDocument/2006/relationships/image"/><Relationship Id="rId59" Target="../media/image12.png" Type="http://schemas.openxmlformats.org/officeDocument/2006/relationships/image"/><Relationship Id="rId6" Target="../media/image6.png" Type="http://schemas.openxmlformats.org/officeDocument/2006/relationships/image"/><Relationship Id="rId60" Target="../media/image106.png" Type="http://schemas.openxmlformats.org/officeDocument/2006/relationships/image"/><Relationship Id="rId61" Target="../media/image107.png" Type="http://schemas.openxmlformats.org/officeDocument/2006/relationships/image"/><Relationship Id="rId62" Target="../media/image108.png" Type="http://schemas.openxmlformats.org/officeDocument/2006/relationships/image"/><Relationship Id="rId63" Target="../media/image109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0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Relationship Id="rId6" Target="../media/image6.png" Type="http://schemas.openxmlformats.org/officeDocument/2006/relationships/image"/><Relationship Id="rId7" Target="../media/image1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png" Type="http://schemas.openxmlformats.org/officeDocument/2006/relationships/image"/><Relationship Id="rId12" Target="../media/image123.png" Type="http://schemas.openxmlformats.org/officeDocument/2006/relationships/image"/><Relationship Id="rId13" Target="../media/image124.png" Type="http://schemas.openxmlformats.org/officeDocument/2006/relationships/image"/><Relationship Id="rId14" Target="../media/image125.png" Type="http://schemas.openxmlformats.org/officeDocument/2006/relationships/image"/><Relationship Id="rId2" Target="../media/image115.png" Type="http://schemas.openxmlformats.org/officeDocument/2006/relationships/image"/><Relationship Id="rId3" Target="../media/image116.png" Type="http://schemas.openxmlformats.org/officeDocument/2006/relationships/image"/><Relationship Id="rId4" Target="../media/image117.png" Type="http://schemas.openxmlformats.org/officeDocument/2006/relationships/image"/><Relationship Id="rId5" Target="../media/image6.png" Type="http://schemas.openxmlformats.org/officeDocument/2006/relationships/image"/><Relationship Id="rId6" Target="../media/image114.png" Type="http://schemas.openxmlformats.org/officeDocument/2006/relationships/image"/><Relationship Id="rId7" Target="../media/image118.png" Type="http://schemas.openxmlformats.org/officeDocument/2006/relationships/image"/><Relationship Id="rId8" Target="../media/image119.png" Type="http://schemas.openxmlformats.org/officeDocument/2006/relationships/image"/><Relationship Id="rId9" Target="../media/image1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png" Type="http://schemas.openxmlformats.org/officeDocument/2006/relationships/image"/><Relationship Id="rId11" Target="../media/image132.png" Type="http://schemas.openxmlformats.org/officeDocument/2006/relationships/image"/><Relationship Id="rId12" Target="../media/image133.png" Type="http://schemas.openxmlformats.org/officeDocument/2006/relationships/image"/><Relationship Id="rId13" Target="../media/image134.png" Type="http://schemas.openxmlformats.org/officeDocument/2006/relationships/image"/><Relationship Id="rId14" Target="../media/image114.png" Type="http://schemas.openxmlformats.org/officeDocument/2006/relationships/image"/><Relationship Id="rId2" Target="../media/image115.png" Type="http://schemas.openxmlformats.org/officeDocument/2006/relationships/image"/><Relationship Id="rId3" Target="../media/image116.png" Type="http://schemas.openxmlformats.org/officeDocument/2006/relationships/image"/><Relationship Id="rId4" Target="../media/image126.png" Type="http://schemas.openxmlformats.org/officeDocument/2006/relationships/image"/><Relationship Id="rId5" Target="../media/image6.png" Type="http://schemas.openxmlformats.org/officeDocument/2006/relationships/image"/><Relationship Id="rId6" Target="../media/image127.png" Type="http://schemas.openxmlformats.org/officeDocument/2006/relationships/image"/><Relationship Id="rId7" Target="../media/image128.png" Type="http://schemas.openxmlformats.org/officeDocument/2006/relationships/image"/><Relationship Id="rId8" Target="../media/image129.pn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2.png" Type="http://schemas.openxmlformats.org/officeDocument/2006/relationships/image"/><Relationship Id="rId11" Target="../media/image143.png" Type="http://schemas.openxmlformats.org/officeDocument/2006/relationships/image"/><Relationship Id="rId12" Target="../media/image144.png" Type="http://schemas.openxmlformats.org/officeDocument/2006/relationships/image"/><Relationship Id="rId13" Target="../media/image145.png" Type="http://schemas.openxmlformats.org/officeDocument/2006/relationships/image"/><Relationship Id="rId14" Target="../media/image146.png" Type="http://schemas.openxmlformats.org/officeDocument/2006/relationships/image"/><Relationship Id="rId15" Target="../media/image147.png" Type="http://schemas.openxmlformats.org/officeDocument/2006/relationships/image"/><Relationship Id="rId16" Target="../media/image148.png" Type="http://schemas.openxmlformats.org/officeDocument/2006/relationships/image"/><Relationship Id="rId17" Target="../media/image149.png" Type="http://schemas.openxmlformats.org/officeDocument/2006/relationships/image"/><Relationship Id="rId18" Target="../media/image150.png" Type="http://schemas.openxmlformats.org/officeDocument/2006/relationships/image"/><Relationship Id="rId19" Target="../media/image151.png" Type="http://schemas.openxmlformats.org/officeDocument/2006/relationships/image"/><Relationship Id="rId2" Target="../media/image135.png" Type="http://schemas.openxmlformats.org/officeDocument/2006/relationships/image"/><Relationship Id="rId20" Target="../media/image152.png" Type="http://schemas.openxmlformats.org/officeDocument/2006/relationships/image"/><Relationship Id="rId21" Target="../media/image153.png" Type="http://schemas.openxmlformats.org/officeDocument/2006/relationships/image"/><Relationship Id="rId22" Target="../media/image154.png" Type="http://schemas.openxmlformats.org/officeDocument/2006/relationships/image"/><Relationship Id="rId23" Target="../media/image155.png" Type="http://schemas.openxmlformats.org/officeDocument/2006/relationships/image"/><Relationship Id="rId24" Target="../media/image156.png" Type="http://schemas.openxmlformats.org/officeDocument/2006/relationships/image"/><Relationship Id="rId25" Target="../media/image157.png" Type="http://schemas.openxmlformats.org/officeDocument/2006/relationships/image"/><Relationship Id="rId26" Target="../media/image158.png" Type="http://schemas.openxmlformats.org/officeDocument/2006/relationships/image"/><Relationship Id="rId27" Target="../media/image114.png" Type="http://schemas.openxmlformats.org/officeDocument/2006/relationships/image"/><Relationship Id="rId3" Target="../media/image6.png" Type="http://schemas.openxmlformats.org/officeDocument/2006/relationships/image"/><Relationship Id="rId4" Target="../media/image136.png" Type="http://schemas.openxmlformats.org/officeDocument/2006/relationships/image"/><Relationship Id="rId5" Target="../media/image137.png" Type="http://schemas.openxmlformats.org/officeDocument/2006/relationships/image"/><Relationship Id="rId6" Target="../media/image138.png" Type="http://schemas.openxmlformats.org/officeDocument/2006/relationships/image"/><Relationship Id="rId7" Target="../media/image139.png" Type="http://schemas.openxmlformats.org/officeDocument/2006/relationships/image"/><Relationship Id="rId8" Target="../media/image140.png" Type="http://schemas.openxmlformats.org/officeDocument/2006/relationships/image"/><Relationship Id="rId9" Target="../media/image1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5.png" Type="http://schemas.openxmlformats.org/officeDocument/2006/relationships/image"/><Relationship Id="rId11" Target="../media/image166.png" Type="http://schemas.openxmlformats.org/officeDocument/2006/relationships/image"/><Relationship Id="rId12" Target="../media/image167.png" Type="http://schemas.openxmlformats.org/officeDocument/2006/relationships/image"/><Relationship Id="rId13" Target="../media/image168.png" Type="http://schemas.openxmlformats.org/officeDocument/2006/relationships/image"/><Relationship Id="rId14" Target="../media/image169.png" Type="http://schemas.openxmlformats.org/officeDocument/2006/relationships/image"/><Relationship Id="rId15" Target="../media/image170.png" Type="http://schemas.openxmlformats.org/officeDocument/2006/relationships/image"/><Relationship Id="rId16" Target="../media/image171.png" Type="http://schemas.openxmlformats.org/officeDocument/2006/relationships/image"/><Relationship Id="rId17" Target="../media/image172.png" Type="http://schemas.openxmlformats.org/officeDocument/2006/relationships/image"/><Relationship Id="rId18" Target="../media/image114.png" Type="http://schemas.openxmlformats.org/officeDocument/2006/relationships/image"/><Relationship Id="rId2" Target="../media/image159.png" Type="http://schemas.openxmlformats.org/officeDocument/2006/relationships/image"/><Relationship Id="rId3" Target="../media/image160.png" Type="http://schemas.openxmlformats.org/officeDocument/2006/relationships/image"/><Relationship Id="rId4" Target="../media/image6.png" Type="http://schemas.openxmlformats.org/officeDocument/2006/relationships/image"/><Relationship Id="rId5" Target="../media/image136.png" Type="http://schemas.openxmlformats.org/officeDocument/2006/relationships/image"/><Relationship Id="rId6" Target="../media/image161.png" Type="http://schemas.openxmlformats.org/officeDocument/2006/relationships/image"/><Relationship Id="rId7" Target="../media/image162.png" Type="http://schemas.openxmlformats.org/officeDocument/2006/relationships/image"/><Relationship Id="rId8" Target="../media/image163.png" Type="http://schemas.openxmlformats.org/officeDocument/2006/relationships/image"/><Relationship Id="rId9" Target="../media/image16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8.png" Type="http://schemas.openxmlformats.org/officeDocument/2006/relationships/image"/><Relationship Id="rId11" Target="../media/image179.png" Type="http://schemas.openxmlformats.org/officeDocument/2006/relationships/image"/><Relationship Id="rId12" Target="../media/image180.png" Type="http://schemas.openxmlformats.org/officeDocument/2006/relationships/image"/><Relationship Id="rId13" Target="../media/image181.png" Type="http://schemas.openxmlformats.org/officeDocument/2006/relationships/image"/><Relationship Id="rId14" Target="../media/image182.png" Type="http://schemas.openxmlformats.org/officeDocument/2006/relationships/image"/><Relationship Id="rId15" Target="../media/image183.png" Type="http://schemas.openxmlformats.org/officeDocument/2006/relationships/image"/><Relationship Id="rId16" Target="../media/image184.png" Type="http://schemas.openxmlformats.org/officeDocument/2006/relationships/image"/><Relationship Id="rId17" Target="../media/image114.png" Type="http://schemas.openxmlformats.org/officeDocument/2006/relationships/image"/><Relationship Id="rId2" Target="../media/image29.png" Type="http://schemas.openxmlformats.org/officeDocument/2006/relationships/image"/><Relationship Id="rId3" Target="../media/image6.png" Type="http://schemas.openxmlformats.org/officeDocument/2006/relationships/image"/><Relationship Id="rId4" Target="../media/image136.png" Type="http://schemas.openxmlformats.org/officeDocument/2006/relationships/image"/><Relationship Id="rId5" Target="../media/image173.png" Type="http://schemas.openxmlformats.org/officeDocument/2006/relationships/image"/><Relationship Id="rId6" Target="../media/image174.png" Type="http://schemas.openxmlformats.org/officeDocument/2006/relationships/image"/><Relationship Id="rId7" Target="../media/image175.png" Type="http://schemas.openxmlformats.org/officeDocument/2006/relationships/image"/><Relationship Id="rId8" Target="../media/image176.png" Type="http://schemas.openxmlformats.org/officeDocument/2006/relationships/image"/><Relationship Id="rId9" Target="../media/image17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1.png" Type="http://schemas.openxmlformats.org/officeDocument/2006/relationships/image"/><Relationship Id="rId11" Target="../media/image192.png" Type="http://schemas.openxmlformats.org/officeDocument/2006/relationships/image"/><Relationship Id="rId12" Target="../media/image193.png" Type="http://schemas.openxmlformats.org/officeDocument/2006/relationships/image"/><Relationship Id="rId13" Target="../media/image194.png" Type="http://schemas.openxmlformats.org/officeDocument/2006/relationships/image"/><Relationship Id="rId14" Target="../media/image195.png" Type="http://schemas.openxmlformats.org/officeDocument/2006/relationships/image"/><Relationship Id="rId15" Target="../media/image196.png" Type="http://schemas.openxmlformats.org/officeDocument/2006/relationships/image"/><Relationship Id="rId16" Target="../media/image197.png" Type="http://schemas.openxmlformats.org/officeDocument/2006/relationships/image"/><Relationship Id="rId17" Target="../media/image198.png" Type="http://schemas.openxmlformats.org/officeDocument/2006/relationships/image"/><Relationship Id="rId18" Target="../media/image199.png" Type="http://schemas.openxmlformats.org/officeDocument/2006/relationships/image"/><Relationship Id="rId19" Target="../media/image200.png" Type="http://schemas.openxmlformats.org/officeDocument/2006/relationships/image"/><Relationship Id="rId2" Target="../media/image185.png" Type="http://schemas.openxmlformats.org/officeDocument/2006/relationships/image"/><Relationship Id="rId20" Target="../media/image201.png" Type="http://schemas.openxmlformats.org/officeDocument/2006/relationships/image"/><Relationship Id="rId21" Target="../media/image114.png" Type="http://schemas.openxmlformats.org/officeDocument/2006/relationships/image"/><Relationship Id="rId3" Target="../media/image6.png" Type="http://schemas.openxmlformats.org/officeDocument/2006/relationships/image"/><Relationship Id="rId4" Target="../media/image136.png" Type="http://schemas.openxmlformats.org/officeDocument/2006/relationships/image"/><Relationship Id="rId5" Target="../media/image186.png" Type="http://schemas.openxmlformats.org/officeDocument/2006/relationships/image"/><Relationship Id="rId6" Target="../media/image187.png" Type="http://schemas.openxmlformats.org/officeDocument/2006/relationships/image"/><Relationship Id="rId7" Target="../media/image188.png" Type="http://schemas.openxmlformats.org/officeDocument/2006/relationships/image"/><Relationship Id="rId8" Target="../media/image189.png" Type="http://schemas.openxmlformats.org/officeDocument/2006/relationships/image"/><Relationship Id="rId9" Target="../media/image19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2.png" Type="http://schemas.openxmlformats.org/officeDocument/2006/relationships/image"/><Relationship Id="rId3" Target="../media/image6.png" Type="http://schemas.openxmlformats.org/officeDocument/2006/relationships/image"/><Relationship Id="rId4" Target="../media/image203.png" Type="http://schemas.openxmlformats.org/officeDocument/2006/relationships/image"/><Relationship Id="rId5" Target="../media/image204.png" Type="http://schemas.openxmlformats.org/officeDocument/2006/relationships/image"/><Relationship Id="rId6" Target="../media/image205.png" Type="http://schemas.openxmlformats.org/officeDocument/2006/relationships/image"/><Relationship Id="rId7" Target="../media/image206.png" Type="http://schemas.openxmlformats.org/officeDocument/2006/relationships/image"/><Relationship Id="rId8" Target="../media/image207.png" Type="http://schemas.openxmlformats.org/officeDocument/2006/relationships/image"/><Relationship Id="rId9" Target="../media/image1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5.png" Type="http://schemas.openxmlformats.org/officeDocument/2006/relationships/image"/><Relationship Id="rId11" Target="../media/image216.png" Type="http://schemas.openxmlformats.org/officeDocument/2006/relationships/image"/><Relationship Id="rId12" Target="../media/image217.png" Type="http://schemas.openxmlformats.org/officeDocument/2006/relationships/image"/><Relationship Id="rId13" Target="../media/image218.png" Type="http://schemas.openxmlformats.org/officeDocument/2006/relationships/image"/><Relationship Id="rId14" Target="../media/image114.png" Type="http://schemas.openxmlformats.org/officeDocument/2006/relationships/image"/><Relationship Id="rId2" Target="../media/image208.png" Type="http://schemas.openxmlformats.org/officeDocument/2006/relationships/image"/><Relationship Id="rId3" Target="../media/image209.png" Type="http://schemas.openxmlformats.org/officeDocument/2006/relationships/image"/><Relationship Id="rId4" Target="../media/image210.png" Type="http://schemas.openxmlformats.org/officeDocument/2006/relationships/image"/><Relationship Id="rId5" Target="../media/image6.png" Type="http://schemas.openxmlformats.org/officeDocument/2006/relationships/image"/><Relationship Id="rId6" Target="../media/image211.png" Type="http://schemas.openxmlformats.org/officeDocument/2006/relationships/image"/><Relationship Id="rId7" Target="../media/image212.png" Type="http://schemas.openxmlformats.org/officeDocument/2006/relationships/image"/><Relationship Id="rId8" Target="../media/image213.png" Type="http://schemas.openxmlformats.org/officeDocument/2006/relationships/image"/><Relationship Id="rId9" Target="../media/image2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4.png" Type="http://schemas.openxmlformats.org/officeDocument/2006/relationships/image"/><Relationship Id="rId11" Target="../media/image225.png" Type="http://schemas.openxmlformats.org/officeDocument/2006/relationships/image"/><Relationship Id="rId12" Target="../media/image114.png" Type="http://schemas.openxmlformats.org/officeDocument/2006/relationships/image"/><Relationship Id="rId2" Target="../media/image29.png" Type="http://schemas.openxmlformats.org/officeDocument/2006/relationships/image"/><Relationship Id="rId3" Target="../media/image219.png" Type="http://schemas.openxmlformats.org/officeDocument/2006/relationships/image"/><Relationship Id="rId4" Target="../media/image6.png" Type="http://schemas.openxmlformats.org/officeDocument/2006/relationships/image"/><Relationship Id="rId5" Target="../media/image211.png" Type="http://schemas.openxmlformats.org/officeDocument/2006/relationships/image"/><Relationship Id="rId6" Target="../media/image220.png" Type="http://schemas.openxmlformats.org/officeDocument/2006/relationships/image"/><Relationship Id="rId7" Target="../media/image221.png" Type="http://schemas.openxmlformats.org/officeDocument/2006/relationships/image"/><Relationship Id="rId8" Target="../media/image222.png" Type="http://schemas.openxmlformats.org/officeDocument/2006/relationships/image"/><Relationship Id="rId9" Target="../media/image2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1.png" Type="http://schemas.openxmlformats.org/officeDocument/2006/relationships/image"/><Relationship Id="rId11" Target="../media/image232.png" Type="http://schemas.openxmlformats.org/officeDocument/2006/relationships/image"/><Relationship Id="rId12" Target="../media/image233.png" Type="http://schemas.openxmlformats.org/officeDocument/2006/relationships/image"/><Relationship Id="rId13" Target="../media/image234.png" Type="http://schemas.openxmlformats.org/officeDocument/2006/relationships/image"/><Relationship Id="rId14" Target="../media/image235.png" Type="http://schemas.openxmlformats.org/officeDocument/2006/relationships/image"/><Relationship Id="rId15" Target="../media/image236.png" Type="http://schemas.openxmlformats.org/officeDocument/2006/relationships/image"/><Relationship Id="rId16" Target="../media/image114.png" Type="http://schemas.openxmlformats.org/officeDocument/2006/relationships/image"/><Relationship Id="rId2" Target="../media/image29.png" Type="http://schemas.openxmlformats.org/officeDocument/2006/relationships/image"/><Relationship Id="rId3" Target="../media/image6.png" Type="http://schemas.openxmlformats.org/officeDocument/2006/relationships/image"/><Relationship Id="rId4" Target="../media/image211.png" Type="http://schemas.openxmlformats.org/officeDocument/2006/relationships/image"/><Relationship Id="rId5" Target="../media/image226.png" Type="http://schemas.openxmlformats.org/officeDocument/2006/relationships/image"/><Relationship Id="rId6" Target="../media/image227.png" Type="http://schemas.openxmlformats.org/officeDocument/2006/relationships/image"/><Relationship Id="rId7" Target="../media/image228.png" Type="http://schemas.openxmlformats.org/officeDocument/2006/relationships/image"/><Relationship Id="rId8" Target="../media/image229.png" Type="http://schemas.openxmlformats.org/officeDocument/2006/relationships/image"/><Relationship Id="rId9" Target="../media/image2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1.png" Type="http://schemas.openxmlformats.org/officeDocument/2006/relationships/image"/><Relationship Id="rId11" Target="../media/image242.png" Type="http://schemas.openxmlformats.org/officeDocument/2006/relationships/image"/><Relationship Id="rId12" Target="../media/image114.png" Type="http://schemas.openxmlformats.org/officeDocument/2006/relationships/image"/><Relationship Id="rId2" Target="../media/image210.png" Type="http://schemas.openxmlformats.org/officeDocument/2006/relationships/image"/><Relationship Id="rId3" Target="../media/image6.png" Type="http://schemas.openxmlformats.org/officeDocument/2006/relationships/image"/><Relationship Id="rId4" Target="../media/image211.png" Type="http://schemas.openxmlformats.org/officeDocument/2006/relationships/image"/><Relationship Id="rId5" Target="../media/image226.png" Type="http://schemas.openxmlformats.org/officeDocument/2006/relationships/image"/><Relationship Id="rId6" Target="../media/image237.png" Type="http://schemas.openxmlformats.org/officeDocument/2006/relationships/image"/><Relationship Id="rId7" Target="../media/image238.png" Type="http://schemas.openxmlformats.org/officeDocument/2006/relationships/image"/><Relationship Id="rId8" Target="../media/image239.png" Type="http://schemas.openxmlformats.org/officeDocument/2006/relationships/image"/><Relationship Id="rId9" Target="../media/image24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6.png" Type="http://schemas.openxmlformats.org/officeDocument/2006/relationships/image"/><Relationship Id="rId4" Target="../media/image211.png" Type="http://schemas.openxmlformats.org/officeDocument/2006/relationships/image"/><Relationship Id="rId5" Target="../media/image243.png" Type="http://schemas.openxmlformats.org/officeDocument/2006/relationships/image"/><Relationship Id="rId6" Target="../media/image244.png" Type="http://schemas.openxmlformats.org/officeDocument/2006/relationships/image"/><Relationship Id="rId7" Target="../media/image245.png" Type="http://schemas.openxmlformats.org/officeDocument/2006/relationships/image"/><Relationship Id="rId8" Target="../media/image246.png" Type="http://schemas.openxmlformats.org/officeDocument/2006/relationships/image"/><Relationship Id="rId9" Target="../media/image1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3.png" Type="http://schemas.openxmlformats.org/officeDocument/2006/relationships/image"/><Relationship Id="rId11" Target="../media/image254.png" Type="http://schemas.openxmlformats.org/officeDocument/2006/relationships/image"/><Relationship Id="rId12" Target="../media/image255.png" Type="http://schemas.openxmlformats.org/officeDocument/2006/relationships/image"/><Relationship Id="rId13" Target="../media/image256.png" Type="http://schemas.openxmlformats.org/officeDocument/2006/relationships/image"/><Relationship Id="rId14" Target="../media/image114.png" Type="http://schemas.openxmlformats.org/officeDocument/2006/relationships/image"/><Relationship Id="rId2" Target="../media/image115.png" Type="http://schemas.openxmlformats.org/officeDocument/2006/relationships/image"/><Relationship Id="rId3" Target="../media/image6.png" Type="http://schemas.openxmlformats.org/officeDocument/2006/relationships/image"/><Relationship Id="rId4" Target="../media/image247.png" Type="http://schemas.openxmlformats.org/officeDocument/2006/relationships/image"/><Relationship Id="rId5" Target="../media/image248.png" Type="http://schemas.openxmlformats.org/officeDocument/2006/relationships/image"/><Relationship Id="rId6" Target="../media/image249.png" Type="http://schemas.openxmlformats.org/officeDocument/2006/relationships/image"/><Relationship Id="rId7" Target="../media/image250.png" Type="http://schemas.openxmlformats.org/officeDocument/2006/relationships/image"/><Relationship Id="rId8" Target="../media/image251.png" Type="http://schemas.openxmlformats.org/officeDocument/2006/relationships/image"/><Relationship Id="rId9" Target="../media/image25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2.png" Type="http://schemas.openxmlformats.org/officeDocument/2006/relationships/image"/><Relationship Id="rId11" Target="../media/image263.png" Type="http://schemas.openxmlformats.org/officeDocument/2006/relationships/image"/><Relationship Id="rId12" Target="../media/image264.png" Type="http://schemas.openxmlformats.org/officeDocument/2006/relationships/image"/><Relationship Id="rId13" Target="../media/image265.png" Type="http://schemas.openxmlformats.org/officeDocument/2006/relationships/image"/><Relationship Id="rId14" Target="../media/image266.png" Type="http://schemas.openxmlformats.org/officeDocument/2006/relationships/image"/><Relationship Id="rId15" Target="../media/image251.png" Type="http://schemas.openxmlformats.org/officeDocument/2006/relationships/image"/><Relationship Id="rId16" Target="../media/image114.png" Type="http://schemas.openxmlformats.org/officeDocument/2006/relationships/image"/><Relationship Id="rId2" Target="../media/image115.png" Type="http://schemas.openxmlformats.org/officeDocument/2006/relationships/image"/><Relationship Id="rId3" Target="../media/image6.png" Type="http://schemas.openxmlformats.org/officeDocument/2006/relationships/image"/><Relationship Id="rId4" Target="../media/image247.png" Type="http://schemas.openxmlformats.org/officeDocument/2006/relationships/image"/><Relationship Id="rId5" Target="../media/image257.png" Type="http://schemas.openxmlformats.org/officeDocument/2006/relationships/image"/><Relationship Id="rId6" Target="../media/image258.png" Type="http://schemas.openxmlformats.org/officeDocument/2006/relationships/image"/><Relationship Id="rId7" Target="../media/image259.png" Type="http://schemas.openxmlformats.org/officeDocument/2006/relationships/image"/><Relationship Id="rId8" Target="../media/image260.png" Type="http://schemas.openxmlformats.org/officeDocument/2006/relationships/image"/><Relationship Id="rId9" Target="../media/image26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3.png" Type="http://schemas.openxmlformats.org/officeDocument/2006/relationships/image"/><Relationship Id="rId11" Target="../media/image114.png" Type="http://schemas.openxmlformats.org/officeDocument/2006/relationships/image"/><Relationship Id="rId2" Target="../media/image115.png" Type="http://schemas.openxmlformats.org/officeDocument/2006/relationships/image"/><Relationship Id="rId3" Target="../media/image6.png" Type="http://schemas.openxmlformats.org/officeDocument/2006/relationships/image"/><Relationship Id="rId4" Target="../media/image267.png" Type="http://schemas.openxmlformats.org/officeDocument/2006/relationships/image"/><Relationship Id="rId5" Target="../media/image268.png" Type="http://schemas.openxmlformats.org/officeDocument/2006/relationships/image"/><Relationship Id="rId6" Target="../media/image269.png" Type="http://schemas.openxmlformats.org/officeDocument/2006/relationships/image"/><Relationship Id="rId7" Target="../media/image270.png" Type="http://schemas.openxmlformats.org/officeDocument/2006/relationships/image"/><Relationship Id="rId8" Target="../media/image271.png" Type="http://schemas.openxmlformats.org/officeDocument/2006/relationships/image"/><Relationship Id="rId9" Target="../media/image27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4.png" Type="http://schemas.openxmlformats.org/officeDocument/2006/relationships/image"/><Relationship Id="rId3" Target="../media/image275.png" Type="http://schemas.openxmlformats.org/officeDocument/2006/relationships/image"/><Relationship Id="rId4" Target="../media/image276.png" Type="http://schemas.openxmlformats.org/officeDocument/2006/relationships/image"/><Relationship Id="rId5" Target="../media/image277.png" Type="http://schemas.openxmlformats.org/officeDocument/2006/relationships/image"/><Relationship Id="rId6" Target="../media/image6.png" Type="http://schemas.openxmlformats.org/officeDocument/2006/relationships/image"/><Relationship Id="rId7" Target="../media/image27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5.png" Type="http://schemas.openxmlformats.org/officeDocument/2006/relationships/image"/><Relationship Id="rId11" Target="../media/image286.png" Type="http://schemas.openxmlformats.org/officeDocument/2006/relationships/image"/><Relationship Id="rId12" Target="../media/image287.png" Type="http://schemas.openxmlformats.org/officeDocument/2006/relationships/image"/><Relationship Id="rId13" Target="../media/image288.png" Type="http://schemas.openxmlformats.org/officeDocument/2006/relationships/image"/><Relationship Id="rId14" Target="../media/image289.png" Type="http://schemas.openxmlformats.org/officeDocument/2006/relationships/image"/><Relationship Id="rId15" Target="../media/image290.png" Type="http://schemas.openxmlformats.org/officeDocument/2006/relationships/image"/><Relationship Id="rId16" Target="../media/image278.png" Type="http://schemas.openxmlformats.org/officeDocument/2006/relationships/image"/><Relationship Id="rId2" Target="../media/image115.png" Type="http://schemas.openxmlformats.org/officeDocument/2006/relationships/image"/><Relationship Id="rId3" Target="../media/image279.png" Type="http://schemas.openxmlformats.org/officeDocument/2006/relationships/image"/><Relationship Id="rId4" Target="../media/image280.png" Type="http://schemas.openxmlformats.org/officeDocument/2006/relationships/image"/><Relationship Id="rId5" Target="../media/image6.png" Type="http://schemas.openxmlformats.org/officeDocument/2006/relationships/image"/><Relationship Id="rId6" Target="../media/image281.png" Type="http://schemas.openxmlformats.org/officeDocument/2006/relationships/image"/><Relationship Id="rId7" Target="../media/image282.png" Type="http://schemas.openxmlformats.org/officeDocument/2006/relationships/image"/><Relationship Id="rId8" Target="../media/image283.png" Type="http://schemas.openxmlformats.org/officeDocument/2006/relationships/image"/><Relationship Id="rId9" Target="../media/image28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5.png" Type="http://schemas.openxmlformats.org/officeDocument/2006/relationships/image"/><Relationship Id="rId11" Target="../media/image296.png" Type="http://schemas.openxmlformats.org/officeDocument/2006/relationships/image"/><Relationship Id="rId12" Target="../media/image297.png" Type="http://schemas.openxmlformats.org/officeDocument/2006/relationships/image"/><Relationship Id="rId13" Target="../media/image298.png" Type="http://schemas.openxmlformats.org/officeDocument/2006/relationships/image"/><Relationship Id="rId14" Target="../media/image278.png" Type="http://schemas.openxmlformats.org/officeDocument/2006/relationships/image"/><Relationship Id="rId2" Target="../media/image115.png" Type="http://schemas.openxmlformats.org/officeDocument/2006/relationships/image"/><Relationship Id="rId3" Target="../media/image279.png" Type="http://schemas.openxmlformats.org/officeDocument/2006/relationships/image"/><Relationship Id="rId4" Target="../media/image280.png" Type="http://schemas.openxmlformats.org/officeDocument/2006/relationships/image"/><Relationship Id="rId5" Target="../media/image6.png" Type="http://schemas.openxmlformats.org/officeDocument/2006/relationships/image"/><Relationship Id="rId6" Target="../media/image291.png" Type="http://schemas.openxmlformats.org/officeDocument/2006/relationships/image"/><Relationship Id="rId7" Target="../media/image292.png" Type="http://schemas.openxmlformats.org/officeDocument/2006/relationships/image"/><Relationship Id="rId8" Target="../media/image293.png" Type="http://schemas.openxmlformats.org/officeDocument/2006/relationships/image"/><Relationship Id="rId9" Target="../media/image29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2.png" Type="http://schemas.openxmlformats.org/officeDocument/2006/relationships/image"/><Relationship Id="rId11" Target="../media/image278.png" Type="http://schemas.openxmlformats.org/officeDocument/2006/relationships/image"/><Relationship Id="rId2" Target="../media/image299.png" Type="http://schemas.openxmlformats.org/officeDocument/2006/relationships/image"/><Relationship Id="rId3" Target="../media/image115.png" Type="http://schemas.openxmlformats.org/officeDocument/2006/relationships/image"/><Relationship Id="rId4" Target="../media/image279.png" Type="http://schemas.openxmlformats.org/officeDocument/2006/relationships/image"/><Relationship Id="rId5" Target="../media/image280.png" Type="http://schemas.openxmlformats.org/officeDocument/2006/relationships/image"/><Relationship Id="rId6" Target="../media/image6.png" Type="http://schemas.openxmlformats.org/officeDocument/2006/relationships/image"/><Relationship Id="rId7" Target="../media/image293.png" Type="http://schemas.openxmlformats.org/officeDocument/2006/relationships/image"/><Relationship Id="rId8" Target="../media/image300.png" Type="http://schemas.openxmlformats.org/officeDocument/2006/relationships/image"/><Relationship Id="rId9" Target="../media/image30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6.png" Type="http://schemas.openxmlformats.org/officeDocument/2006/relationships/image"/><Relationship Id="rId11" Target="../media/image278.png" Type="http://schemas.openxmlformats.org/officeDocument/2006/relationships/image"/><Relationship Id="rId2" Target="../media/image115.png" Type="http://schemas.openxmlformats.org/officeDocument/2006/relationships/image"/><Relationship Id="rId3" Target="../media/image279.png" Type="http://schemas.openxmlformats.org/officeDocument/2006/relationships/image"/><Relationship Id="rId4" Target="../media/image280.png" Type="http://schemas.openxmlformats.org/officeDocument/2006/relationships/image"/><Relationship Id="rId5" Target="../media/image6.png" Type="http://schemas.openxmlformats.org/officeDocument/2006/relationships/image"/><Relationship Id="rId6" Target="../media/image293.png" Type="http://schemas.openxmlformats.org/officeDocument/2006/relationships/image"/><Relationship Id="rId7" Target="../media/image303.png" Type="http://schemas.openxmlformats.org/officeDocument/2006/relationships/image"/><Relationship Id="rId8" Target="../media/image304.png" Type="http://schemas.openxmlformats.org/officeDocument/2006/relationships/image"/><Relationship Id="rId9" Target="../media/image30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1.png" Type="http://schemas.openxmlformats.org/officeDocument/2006/relationships/image"/><Relationship Id="rId11" Target="../media/image312.png" Type="http://schemas.openxmlformats.org/officeDocument/2006/relationships/image"/><Relationship Id="rId12" Target="../media/image278.png" Type="http://schemas.openxmlformats.org/officeDocument/2006/relationships/image"/><Relationship Id="rId2" Target="../media/image115.png" Type="http://schemas.openxmlformats.org/officeDocument/2006/relationships/image"/><Relationship Id="rId3" Target="../media/image279.png" Type="http://schemas.openxmlformats.org/officeDocument/2006/relationships/image"/><Relationship Id="rId4" Target="../media/image280.png" Type="http://schemas.openxmlformats.org/officeDocument/2006/relationships/image"/><Relationship Id="rId5" Target="../media/image6.png" Type="http://schemas.openxmlformats.org/officeDocument/2006/relationships/image"/><Relationship Id="rId6" Target="../media/image307.png" Type="http://schemas.openxmlformats.org/officeDocument/2006/relationships/image"/><Relationship Id="rId7" Target="../media/image308.png" Type="http://schemas.openxmlformats.org/officeDocument/2006/relationships/image"/><Relationship Id="rId8" Target="../media/image309.png" Type="http://schemas.openxmlformats.org/officeDocument/2006/relationships/image"/><Relationship Id="rId9" Target="../media/image31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8.png" Type="http://schemas.openxmlformats.org/officeDocument/2006/relationships/image"/><Relationship Id="rId11" Target="../media/image319.png" Type="http://schemas.openxmlformats.org/officeDocument/2006/relationships/image"/><Relationship Id="rId12" Target="../media/image320.png" Type="http://schemas.openxmlformats.org/officeDocument/2006/relationships/image"/><Relationship Id="rId13" Target="../media/image278.png" Type="http://schemas.openxmlformats.org/officeDocument/2006/relationships/image"/><Relationship Id="rId2" Target="../media/image313.png" Type="http://schemas.openxmlformats.org/officeDocument/2006/relationships/image"/><Relationship Id="rId3" Target="../media/image314.png" Type="http://schemas.openxmlformats.org/officeDocument/2006/relationships/image"/><Relationship Id="rId4" Target="../media/image115.png" Type="http://schemas.openxmlformats.org/officeDocument/2006/relationships/image"/><Relationship Id="rId5" Target="../media/image315.png" Type="http://schemas.openxmlformats.org/officeDocument/2006/relationships/image"/><Relationship Id="rId6" Target="../media/image280.png" Type="http://schemas.openxmlformats.org/officeDocument/2006/relationships/image"/><Relationship Id="rId7" Target="../media/image6.png" Type="http://schemas.openxmlformats.org/officeDocument/2006/relationships/image"/><Relationship Id="rId8" Target="../media/image316.png" Type="http://schemas.openxmlformats.org/officeDocument/2006/relationships/image"/><Relationship Id="rId9" Target="../media/image31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4.png" Type="http://schemas.openxmlformats.org/officeDocument/2006/relationships/image"/><Relationship Id="rId3" Target="../media/image321.png" Type="http://schemas.openxmlformats.org/officeDocument/2006/relationships/image"/><Relationship Id="rId4" Target="../media/image322.png" Type="http://schemas.openxmlformats.org/officeDocument/2006/relationships/image"/><Relationship Id="rId5" Target="../media/image323.png" Type="http://schemas.openxmlformats.org/officeDocument/2006/relationships/image"/><Relationship Id="rId6" Target="../media/image6.png" Type="http://schemas.openxmlformats.org/officeDocument/2006/relationships/image"/><Relationship Id="rId7" Target="../media/image32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5.png" Type="http://schemas.openxmlformats.org/officeDocument/2006/relationships/image"/><Relationship Id="rId3" Target="../media/image6.png" Type="http://schemas.openxmlformats.org/officeDocument/2006/relationships/image"/><Relationship Id="rId4" Target="../media/image325.png" Type="http://schemas.openxmlformats.org/officeDocument/2006/relationships/image"/><Relationship Id="rId5" Target="../media/image3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10800000">
            <a:off x="584200" y="-825500"/>
            <a:ext cx="24053800" cy="1526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49400" y="8559800"/>
            <a:ext cx="14998700" cy="3327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2600" y="7658100"/>
            <a:ext cx="8712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913600" y="6210300"/>
            <a:ext cx="2857500" cy="3429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89700" y="10401300"/>
            <a:ext cx="3606800" cy="180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71500" y="711200"/>
            <a:ext cx="3200400" cy="1028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23900" y="1752600"/>
            <a:ext cx="28956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10800000">
            <a:off x="-1016000" y="-241300"/>
            <a:ext cx="26492200" cy="15189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487900" y="6807200"/>
            <a:ext cx="6019800" cy="6527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5600" y="10147300"/>
            <a:ext cx="6426200" cy="205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689100" y="774700"/>
            <a:ext cx="4343400" cy="46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15700" y="10452100"/>
            <a:ext cx="54737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460500"/>
            <a:ext cx="8547100" cy="774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9100" y="2374900"/>
            <a:ext cx="9525000" cy="2882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9100" y="7404100"/>
            <a:ext cx="6781800" cy="77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9100" y="8369300"/>
            <a:ext cx="9525000" cy="351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296900" y="2679700"/>
            <a:ext cx="10299700" cy="774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96900" y="7975600"/>
            <a:ext cx="10160000" cy="2235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296900" y="3657600"/>
            <a:ext cx="10160000" cy="4114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96900" y="10731500"/>
            <a:ext cx="10299700" cy="2159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38200" y="11049000"/>
            <a:ext cx="9766300" cy="154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89100" y="5537200"/>
            <a:ext cx="9525000" cy="132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47900" y="5727700"/>
            <a:ext cx="8407400" cy="927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62100" y="12115800"/>
            <a:ext cx="9525000" cy="132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20900" y="12306300"/>
            <a:ext cx="8407400" cy="927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89100" y="7150100"/>
            <a:ext cx="98552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alphaModFix amt="80000"/>
          </a:blip>
          <a:stretch>
            <a:fillRect/>
          </a:stretch>
        </p:blipFill>
        <p:spPr>
          <a:xfrm rot="0">
            <a:off x="1689100" y="774700"/>
            <a:ext cx="4343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5400000">
            <a:off x="6057900" y="-5448300"/>
            <a:ext cx="6426200" cy="3389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5600" y="2286000"/>
            <a:ext cx="6781800" cy="168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061200" y="2794000"/>
            <a:ext cx="155956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01900" y="9067800"/>
            <a:ext cx="54737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16400" y="5029200"/>
            <a:ext cx="2133600" cy="2133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00600" y="5613400"/>
            <a:ext cx="977900" cy="1003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43300" y="7569200"/>
            <a:ext cx="34925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92400" y="10820400"/>
            <a:ext cx="5105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225800" y="11010900"/>
            <a:ext cx="40259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71000" y="9067800"/>
            <a:ext cx="5549900" cy="140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287000" y="7569200"/>
            <a:ext cx="3492500" cy="1054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972800" y="5054600"/>
            <a:ext cx="2133600" cy="2133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557000" y="5638800"/>
            <a:ext cx="952500" cy="977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486900" y="10833100"/>
            <a:ext cx="5105400" cy="952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033000" y="11010900"/>
            <a:ext cx="4025900" cy="571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243300" y="9067800"/>
            <a:ext cx="5765800" cy="140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246600" y="7569200"/>
            <a:ext cx="3492500" cy="1054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7919700" y="5029200"/>
            <a:ext cx="2133600" cy="2133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529300" y="5727700"/>
            <a:ext cx="914400" cy="736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446500" y="10833100"/>
            <a:ext cx="5105400" cy="952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979900" y="11010900"/>
            <a:ext cx="4025900" cy="571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>
            <a:alphaModFix amt="80000"/>
          </a:blip>
          <a:stretch>
            <a:fillRect/>
          </a:stretch>
        </p:blipFill>
        <p:spPr>
          <a:xfrm rot="0">
            <a:off x="1689100" y="774700"/>
            <a:ext cx="4343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6992600" y="-406400"/>
            <a:ext cx="8445500" cy="1447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12319000"/>
            <a:ext cx="1727200" cy="800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605500" y="12369800"/>
            <a:ext cx="1905000" cy="78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333500"/>
            <a:ext cx="6781800" cy="914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21678900" y="1739900"/>
            <a:ext cx="13589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47400" y="1930400"/>
            <a:ext cx="27178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947400" y="2705100"/>
            <a:ext cx="42545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125200" y="2857500"/>
            <a:ext cx="3898900" cy="1435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151100" y="2705100"/>
            <a:ext cx="7620000" cy="172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12500" y="3022600"/>
            <a:ext cx="38862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137900" y="3708400"/>
            <a:ext cx="3860800" cy="355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468600" y="3213100"/>
            <a:ext cx="6413500" cy="723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947400" y="4762500"/>
            <a:ext cx="4254500" cy="1727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125200" y="4914900"/>
            <a:ext cx="3898900" cy="1435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151100" y="4762500"/>
            <a:ext cx="7620000" cy="172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112500" y="5080000"/>
            <a:ext cx="3886200" cy="635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112500" y="5765800"/>
            <a:ext cx="3886200" cy="355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468600" y="5270500"/>
            <a:ext cx="6413500" cy="723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947400" y="6832600"/>
            <a:ext cx="4254500" cy="1727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1125200" y="6985000"/>
            <a:ext cx="3898900" cy="1435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151100" y="6832600"/>
            <a:ext cx="7620000" cy="1727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1112500" y="7137400"/>
            <a:ext cx="3886200" cy="635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112500" y="7835900"/>
            <a:ext cx="3886200" cy="355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468600" y="7340600"/>
            <a:ext cx="6413500" cy="723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947400" y="8890000"/>
            <a:ext cx="4254500" cy="1727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1125200" y="9042400"/>
            <a:ext cx="3898900" cy="1435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5151100" y="8890000"/>
            <a:ext cx="7620000" cy="1727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1112500" y="9194800"/>
            <a:ext cx="3886200" cy="635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1112500" y="9893300"/>
            <a:ext cx="3886200" cy="355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5468600" y="9398000"/>
            <a:ext cx="6413500" cy="723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0947400" y="10960100"/>
            <a:ext cx="4038600" cy="635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1417300" y="11722100"/>
            <a:ext cx="1282700" cy="355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5913100" y="12484100"/>
            <a:ext cx="1727200" cy="444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5913100" y="11722100"/>
            <a:ext cx="1282700" cy="355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962400" y="2209800"/>
            <a:ext cx="2755900" cy="15113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4495800" y="2514600"/>
            <a:ext cx="1701800" cy="9017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397000" y="4343400"/>
            <a:ext cx="3213100" cy="1816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2197100" y="4864100"/>
            <a:ext cx="1701800" cy="7747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083300" y="4343400"/>
            <a:ext cx="3213100" cy="1816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6883400" y="4864100"/>
            <a:ext cx="1701800" cy="774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384300" y="6629400"/>
            <a:ext cx="3213100" cy="1473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701800" y="7124700"/>
            <a:ext cx="2578100" cy="457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3619500" y="8559800"/>
            <a:ext cx="3213100" cy="1473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3937000" y="9105900"/>
            <a:ext cx="2578100" cy="457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066800" y="10960100"/>
            <a:ext cx="3632200" cy="1447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600200" y="11455400"/>
            <a:ext cx="2679700" cy="457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5753100" y="10960100"/>
            <a:ext cx="3632200" cy="14478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6299200" y="11455400"/>
            <a:ext cx="2679700" cy="4572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997200" y="3975100"/>
            <a:ext cx="4699000" cy="381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5399999">
            <a:off x="2819400" y="4102100"/>
            <a:ext cx="368300" cy="1270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5399999">
            <a:off x="7505700" y="4102100"/>
            <a:ext cx="368300" cy="1270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5444066">
            <a:off x="2768600" y="6324600"/>
            <a:ext cx="469900" cy="1270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5400000">
            <a:off x="6108700" y="7721600"/>
            <a:ext cx="3162300" cy="381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10800000">
            <a:off x="6832600" y="9232900"/>
            <a:ext cx="863600" cy="1270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5400000">
            <a:off x="2400300" y="8674100"/>
            <a:ext cx="1193800" cy="381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2971800" y="9232900"/>
            <a:ext cx="647700" cy="1270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5400000">
            <a:off x="2692400" y="10680700"/>
            <a:ext cx="381000" cy="1270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5400000">
            <a:off x="7378700" y="10680700"/>
            <a:ext cx="381000" cy="1270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882900" y="10553700"/>
            <a:ext cx="4699000" cy="381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5400000">
            <a:off x="4978400" y="10274300"/>
            <a:ext cx="508000" cy="381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5220000">
            <a:off x="5219700" y="3848100"/>
            <a:ext cx="266700" cy="381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59">
            <a:alphaModFix amt="80000"/>
          </a:blip>
          <a:stretch>
            <a:fillRect/>
          </a:stretch>
        </p:blipFill>
        <p:spPr>
          <a:xfrm rot="0">
            <a:off x="685800" y="711200"/>
            <a:ext cx="4343400" cy="4699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8605500" y="11722100"/>
            <a:ext cx="1282700" cy="3556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3360400" y="12319000"/>
            <a:ext cx="1752600" cy="7874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20866100" y="12280900"/>
            <a:ext cx="1905000" cy="8636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3">
            <a:alphaModFix amt="70000"/>
          </a:blip>
          <a:stretch>
            <a:fillRect/>
          </a:stretch>
        </p:blipFill>
        <p:spPr>
          <a:xfrm rot="5400000">
            <a:off x="14681200" y="12382500"/>
            <a:ext cx="1435100" cy="1524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3">
            <a:alphaModFix amt="70000"/>
          </a:blip>
          <a:stretch>
            <a:fillRect/>
          </a:stretch>
        </p:blipFill>
        <p:spPr>
          <a:xfrm rot="5400000">
            <a:off x="17449800" y="12357100"/>
            <a:ext cx="14351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10800000">
            <a:off x="-508000" y="0"/>
            <a:ext cx="25400000" cy="1428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57700" y="6807200"/>
            <a:ext cx="6019800" cy="6527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0960100"/>
            <a:ext cx="6426200" cy="1117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42500" y="10325100"/>
            <a:ext cx="4699000" cy="1752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89100" y="1333500"/>
            <a:ext cx="6781800" cy="91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2374900"/>
            <a:ext cx="8153400" cy="73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689100" y="3441700"/>
            <a:ext cx="45339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84000" y="4622800"/>
            <a:ext cx="11290300" cy="295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 rot="0">
            <a:off x="11684000" y="3505200"/>
            <a:ext cx="4533900" cy="49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89100" y="5308600"/>
            <a:ext cx="9105900" cy="6096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689100" y="4064000"/>
            <a:ext cx="68961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 rot="0">
            <a:off x="11684000" y="4064000"/>
            <a:ext cx="6896100" cy="46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684000" y="8737600"/>
            <a:ext cx="11290300" cy="2667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 rot="0">
            <a:off x="11684000" y="8128000"/>
            <a:ext cx="68961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89100" y="1333500"/>
            <a:ext cx="6781800" cy="91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2374900"/>
            <a:ext cx="8153400" cy="73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689100" y="3441700"/>
            <a:ext cx="4533900" cy="495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1493500" y="3441700"/>
            <a:ext cx="45339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689100" y="4064000"/>
            <a:ext cx="6896100" cy="469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89100" y="4724400"/>
            <a:ext cx="8801100" cy="549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0">
            <a:off x="1689100" y="10375900"/>
            <a:ext cx="9423400" cy="240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93500" y="4546600"/>
            <a:ext cx="12065000" cy="7835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41500" y="4953000"/>
            <a:ext cx="84963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09800" y="7251700"/>
            <a:ext cx="7505700" cy="2692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6992600" y="-406400"/>
            <a:ext cx="8445500" cy="1447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689100"/>
            <a:ext cx="85344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839700" y="2959100"/>
            <a:ext cx="8153400" cy="73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39700" y="3835400"/>
            <a:ext cx="9232900" cy="5867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0" y="4025900"/>
            <a:ext cx="8750300" cy="548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2852400" y="10033000"/>
            <a:ext cx="9207500" cy="240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54200" y="3048000"/>
            <a:ext cx="3975100" cy="175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0">
            <a:off x="2616200" y="3441700"/>
            <a:ext cx="26289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5664200"/>
            <a:ext cx="3911600" cy="163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 rot="0">
            <a:off x="2540000" y="6197600"/>
            <a:ext cx="2628900" cy="46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892300" y="8166100"/>
            <a:ext cx="3911600" cy="163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 rot="0">
            <a:off x="2540000" y="8712200"/>
            <a:ext cx="2628900" cy="469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54200" y="10820400"/>
            <a:ext cx="3975100" cy="1752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 rot="0">
            <a:off x="2540000" y="11455400"/>
            <a:ext cx="2628900" cy="469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3416300" y="5156200"/>
            <a:ext cx="8636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3416300" y="7658100"/>
            <a:ext cx="8636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3340100" y="10236200"/>
            <a:ext cx="10033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803900" y="6451600"/>
            <a:ext cx="1371600" cy="50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175500" y="5664200"/>
            <a:ext cx="3911600" cy="1638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>
            <a:alphaModFix amt="80000"/>
          </a:blip>
          <a:stretch>
            <a:fillRect/>
          </a:stretch>
        </p:blipFill>
        <p:spPr>
          <a:xfrm rot="0">
            <a:off x="7353300" y="6045200"/>
            <a:ext cx="3556000" cy="952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803900" y="8966200"/>
            <a:ext cx="1371600" cy="50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175500" y="8166100"/>
            <a:ext cx="3911600" cy="1638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>
            <a:alphaModFix amt="80000"/>
          </a:blip>
          <a:stretch>
            <a:fillRect/>
          </a:stretch>
        </p:blipFill>
        <p:spPr>
          <a:xfrm rot="0">
            <a:off x="7353300" y="8801100"/>
            <a:ext cx="3556000" cy="469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842000" y="11671300"/>
            <a:ext cx="1384300" cy="50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7213600" y="10871200"/>
            <a:ext cx="3911600" cy="1638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>
            <a:alphaModFix amt="80000"/>
          </a:blip>
          <a:stretch>
            <a:fillRect/>
          </a:stretch>
        </p:blipFill>
        <p:spPr>
          <a:xfrm rot="0">
            <a:off x="7391400" y="11201400"/>
            <a:ext cx="3556000" cy="1079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6992600" y="-406400"/>
            <a:ext cx="8445500" cy="1447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7100" y="11595100"/>
            <a:ext cx="10591800" cy="167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4400" y="1536700"/>
            <a:ext cx="8534400" cy="914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20510500" y="7988300"/>
            <a:ext cx="31877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2192000" y="3416300"/>
            <a:ext cx="45339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92000" y="4089400"/>
            <a:ext cx="7950200" cy="919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20600" y="4546600"/>
            <a:ext cx="7505700" cy="828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14400" y="2451100"/>
            <a:ext cx="9728200" cy="73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927100" y="9334500"/>
            <a:ext cx="10617200" cy="251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14400" y="4076700"/>
            <a:ext cx="10617200" cy="509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82700" y="4305300"/>
            <a:ext cx="9918700" cy="4610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 rot="0">
            <a:off x="914400" y="3416300"/>
            <a:ext cx="4533900" cy="495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0510500" y="4089400"/>
            <a:ext cx="3187700" cy="3644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 rot="0">
            <a:off x="20726400" y="4343400"/>
            <a:ext cx="2755900" cy="313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79500" y="11696700"/>
            <a:ext cx="10223500" cy="1473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alphaModFix amt="80000"/>
          </a:blip>
          <a:stretch>
            <a:fillRect/>
          </a:stretch>
        </p:blipFill>
        <p:spPr>
          <a:xfrm rot="0">
            <a:off x="914400" y="7620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5400000">
            <a:off x="6057900" y="-5448300"/>
            <a:ext cx="6426200" cy="3389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600200"/>
            <a:ext cx="85344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0401300" y="4051300"/>
            <a:ext cx="4533900" cy="495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9100" y="2857500"/>
            <a:ext cx="97282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689100" y="3670300"/>
            <a:ext cx="45339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89100" y="4254500"/>
            <a:ext cx="7429500" cy="367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70100" y="4381500"/>
            <a:ext cx="6654800" cy="341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0">
            <a:off x="10083800" y="1689100"/>
            <a:ext cx="8305800" cy="203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89100" y="8585200"/>
            <a:ext cx="7429500" cy="449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55800" y="8978900"/>
            <a:ext cx="6883400" cy="3695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 rot="0">
            <a:off x="17919700" y="4686300"/>
            <a:ext cx="6134100" cy="3479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223500" y="4711700"/>
            <a:ext cx="7429500" cy="641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52100" y="4965700"/>
            <a:ext cx="6959600" cy="590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 rot="0">
            <a:off x="10223500" y="11595100"/>
            <a:ext cx="7353300" cy="133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270000"/>
            <a:ext cx="85344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638300" y="9309100"/>
            <a:ext cx="4533900" cy="495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9100" y="2463800"/>
            <a:ext cx="97282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689100" y="3454400"/>
            <a:ext cx="45339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790700" y="6375400"/>
            <a:ext cx="7213600" cy="2438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89100" y="4038600"/>
            <a:ext cx="7429500" cy="2044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79600" y="4203700"/>
            <a:ext cx="7035800" cy="171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9702800" y="7962900"/>
            <a:ext cx="7467600" cy="292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89100" y="9804400"/>
            <a:ext cx="7429500" cy="313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879600" y="9982200"/>
            <a:ext cx="6350000" cy="278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702800" y="2463800"/>
            <a:ext cx="7429500" cy="509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842500" y="2654300"/>
            <a:ext cx="7150100" cy="4711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 rot="0">
            <a:off x="17716500" y="2463800"/>
            <a:ext cx="4533900" cy="495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716500" y="3086100"/>
            <a:ext cx="6286500" cy="6083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7780000" y="9169400"/>
            <a:ext cx="6273800" cy="1752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702800" y="11290300"/>
            <a:ext cx="14351000" cy="1663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80000"/>
          </a:blip>
          <a:stretch>
            <a:fillRect/>
          </a:stretch>
        </p:blipFill>
        <p:spPr>
          <a:xfrm rot="0">
            <a:off x="9931400" y="11633200"/>
            <a:ext cx="13804900" cy="952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270000"/>
            <a:ext cx="127508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6400" y="2565400"/>
            <a:ext cx="21018500" cy="3784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76400" y="6731000"/>
            <a:ext cx="19507200" cy="473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87600" y="12382500"/>
            <a:ext cx="196088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-10800000">
            <a:off x="1625600" y="11849100"/>
            <a:ext cx="21132800" cy="15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66600" y="4000500"/>
            <a:ext cx="9639300" cy="506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60500" y="4483100"/>
            <a:ext cx="10147300" cy="6553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5400000">
            <a:off x="6057900" y="-5448300"/>
            <a:ext cx="6426200" cy="33896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9100" y="1270000"/>
            <a:ext cx="12750800" cy="914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9100" y="2692400"/>
            <a:ext cx="7366000" cy="73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689100" y="3454400"/>
            <a:ext cx="7086600" cy="1003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89100" y="4724400"/>
            <a:ext cx="8826500" cy="6146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92000" y="2692400"/>
            <a:ext cx="7366000" cy="73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2255500" y="3416300"/>
            <a:ext cx="8775700" cy="495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382500" y="4279900"/>
            <a:ext cx="9004300" cy="449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 rot="0">
            <a:off x="12255500" y="10274300"/>
            <a:ext cx="8775700" cy="151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5400000">
            <a:off x="6057900" y="-5448300"/>
            <a:ext cx="6426200" cy="3389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60500" y="4406900"/>
            <a:ext cx="10731500" cy="775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9100" y="1270000"/>
            <a:ext cx="12750800" cy="914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9100" y="2667000"/>
            <a:ext cx="73660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689100" y="3530600"/>
            <a:ext cx="109093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89100" y="4660900"/>
            <a:ext cx="10248900" cy="6896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611100" y="2984500"/>
            <a:ext cx="11163300" cy="447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611100" y="7454900"/>
            <a:ext cx="11163300" cy="410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636500" y="7264400"/>
            <a:ext cx="11099800" cy="444500"/>
          </a:xfrm>
          <a:prstGeom prst="rect">
            <a:avLst/>
          </a:prstGeom>
          <a:effectLst>
            <a:outerShdw dir="1260000" dist="0" blurRad="17758">
              <a:srgbClr val="000000">
                <a:alpha val="78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5400000">
            <a:off x="6057900" y="-5448300"/>
            <a:ext cx="6426200" cy="3389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270000"/>
            <a:ext cx="127508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9100" y="2552700"/>
            <a:ext cx="7366000" cy="73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689100" y="3479800"/>
            <a:ext cx="2387600" cy="495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9100" y="4076700"/>
            <a:ext cx="7353300" cy="198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41500" y="4419600"/>
            <a:ext cx="7048500" cy="130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" y="6362700"/>
            <a:ext cx="7327900" cy="1727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0">
            <a:off x="1689100" y="8496300"/>
            <a:ext cx="2387600" cy="495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27200" y="9410700"/>
            <a:ext cx="7708900" cy="2349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 rot="0">
            <a:off x="10058400" y="2552700"/>
            <a:ext cx="3924300" cy="495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541000" y="3149600"/>
            <a:ext cx="12750800" cy="2984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541000" y="5308600"/>
            <a:ext cx="12026900" cy="775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845800" y="5537200"/>
            <a:ext cx="10960100" cy="7277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5400000">
            <a:off x="6057900" y="-5448300"/>
            <a:ext cx="6426200" cy="3389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270000"/>
            <a:ext cx="127508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9100" y="2628900"/>
            <a:ext cx="7366000" cy="73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714500" y="3467100"/>
            <a:ext cx="2933700" cy="495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4500" y="4064000"/>
            <a:ext cx="112776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89100" y="4699000"/>
            <a:ext cx="15214600" cy="306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4500" y="7696200"/>
            <a:ext cx="15214600" cy="2857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4500" y="11150600"/>
            <a:ext cx="15532100" cy="800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052800" y="6743700"/>
            <a:ext cx="8331200" cy="2057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5400000">
            <a:off x="6057900" y="-5448300"/>
            <a:ext cx="6426200" cy="3389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270000"/>
            <a:ext cx="127508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7200" y="2438400"/>
            <a:ext cx="7366000" cy="73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7200" y="3416300"/>
            <a:ext cx="14109700" cy="142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7200" y="5003800"/>
            <a:ext cx="16459200" cy="7366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592800" y="7239000"/>
            <a:ext cx="5588000" cy="208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270000"/>
            <a:ext cx="127508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0" y="2794000"/>
            <a:ext cx="18542000" cy="4991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733800" y="2959100"/>
            <a:ext cx="11163300" cy="466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63800" y="3009900"/>
            <a:ext cx="5486400" cy="457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-10800000">
            <a:off x="2654300" y="8216900"/>
            <a:ext cx="19075400" cy="15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 rot="0">
            <a:off x="3924300" y="9525000"/>
            <a:ext cx="6845300" cy="260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0">
            <a:off x="4851400" y="8534400"/>
            <a:ext cx="4470400" cy="685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4897100" y="8534400"/>
            <a:ext cx="4470400" cy="68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 rot="0">
            <a:off x="13919200" y="9448800"/>
            <a:ext cx="7810500" cy="318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 rot="5400000">
            <a:off x="10172700" y="10744200"/>
            <a:ext cx="3898900" cy="152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270000"/>
            <a:ext cx="127508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0" y="2794000"/>
            <a:ext cx="18542000" cy="4991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5400000">
            <a:off x="6616700" y="10528300"/>
            <a:ext cx="36830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3086100" y="8559800"/>
            <a:ext cx="44704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0172700" y="8559800"/>
            <a:ext cx="44704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 rot="0">
            <a:off x="9626600" y="9474200"/>
            <a:ext cx="5575300" cy="182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279900" y="3048000"/>
            <a:ext cx="16256000" cy="4495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 rot="5400000">
            <a:off x="14528800" y="10528300"/>
            <a:ext cx="36703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 rot="0">
            <a:off x="17259300" y="8559800"/>
            <a:ext cx="4470400" cy="59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 rot="0">
            <a:off x="17259300" y="9474200"/>
            <a:ext cx="6248400" cy="182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 rot="0">
            <a:off x="2387600" y="9474200"/>
            <a:ext cx="6070600" cy="3187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>
            <a:alphaModFix amt="70000"/>
          </a:blip>
          <a:stretch>
            <a:fillRect/>
          </a:stretch>
        </p:blipFill>
        <p:spPr>
          <a:xfrm rot="-10800000">
            <a:off x="2654300" y="8216900"/>
            <a:ext cx="19075400" cy="152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868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1270000"/>
            <a:ext cx="127508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7000" y="3390900"/>
            <a:ext cx="10464800" cy="4914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55800" y="3810000"/>
            <a:ext cx="9347200" cy="407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47600" y="3390900"/>
            <a:ext cx="10464800" cy="4914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90500" y="3683000"/>
            <a:ext cx="9791700" cy="431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604000" y="9906000"/>
            <a:ext cx="11176000" cy="1092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04000" y="11201400"/>
            <a:ext cx="11176000" cy="1231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 rot="-10800000">
            <a:off x="1397000" y="9118600"/>
            <a:ext cx="215900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10800000">
            <a:off x="-1473200" y="-152400"/>
            <a:ext cx="26835100" cy="9753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57700" y="6807200"/>
            <a:ext cx="6019800" cy="6527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5600" y="10147300"/>
            <a:ext cx="6426200" cy="205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69500" y="10934700"/>
            <a:ext cx="4699000" cy="1130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689100" y="774700"/>
            <a:ext cx="4152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4600" y="1778000"/>
            <a:ext cx="6781800" cy="91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062700" y="4826000"/>
            <a:ext cx="1524000" cy="431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1767800" y="1219200"/>
            <a:ext cx="13589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4600" y="3987800"/>
            <a:ext cx="9232900" cy="237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244600" y="6604000"/>
            <a:ext cx="72263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44600" y="2971800"/>
            <a:ext cx="7366000" cy="73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4600" y="7556500"/>
            <a:ext cx="7366000" cy="73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44600" y="9194800"/>
            <a:ext cx="8331200" cy="2374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028700" y="11823700"/>
            <a:ext cx="7226300" cy="495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137900" y="1778000"/>
            <a:ext cx="11315700" cy="1113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315700" y="2171700"/>
            <a:ext cx="10972800" cy="532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239500" y="7493000"/>
            <a:ext cx="10845800" cy="514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44600" y="8369300"/>
            <a:ext cx="79629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 rot="0">
            <a:off x="1244600" y="749300"/>
            <a:ext cx="4152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3500" y="2032000"/>
            <a:ext cx="6781800" cy="91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237200" y="4699000"/>
            <a:ext cx="1524000" cy="431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" y="4864100"/>
            <a:ext cx="10312400" cy="237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333500" y="7442200"/>
            <a:ext cx="72263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3238500"/>
            <a:ext cx="7366000" cy="73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8394700"/>
            <a:ext cx="13322300" cy="466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0">
            <a:off x="1333500" y="4165600"/>
            <a:ext cx="4533900" cy="495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5074900" y="3962400"/>
            <a:ext cx="4533900" cy="495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074900" y="4584700"/>
            <a:ext cx="8166100" cy="1422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074900" y="6858000"/>
            <a:ext cx="7835900" cy="6197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 rot="0">
            <a:off x="1244600" y="749300"/>
            <a:ext cx="4152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92200" y="4254500"/>
            <a:ext cx="15849600" cy="807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2032000"/>
            <a:ext cx="67818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237200" y="4699000"/>
            <a:ext cx="15240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3500" y="3238500"/>
            <a:ext cx="7366000" cy="73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78900" y="4483100"/>
            <a:ext cx="7620000" cy="7137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483100"/>
            <a:ext cx="7366000" cy="764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243300" y="6235700"/>
            <a:ext cx="8331200" cy="4114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244600" y="749300"/>
            <a:ext cx="4152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3500" y="2032000"/>
            <a:ext cx="6781800" cy="91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237200" y="4699000"/>
            <a:ext cx="1524000" cy="431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" y="3238500"/>
            <a:ext cx="73660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7924800"/>
            <a:ext cx="21272500" cy="476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409700" y="4114800"/>
            <a:ext cx="45339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38300" y="4889500"/>
            <a:ext cx="7061200" cy="209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144000" y="4889500"/>
            <a:ext cx="7061200" cy="209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244600" y="749300"/>
            <a:ext cx="4152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3500" y="2032000"/>
            <a:ext cx="6781800" cy="91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237200" y="4699000"/>
            <a:ext cx="1524000" cy="431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" y="3238500"/>
            <a:ext cx="73660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3500" y="6121400"/>
            <a:ext cx="7810500" cy="534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44000" y="6121400"/>
            <a:ext cx="7810500" cy="5346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787900"/>
            <a:ext cx="195072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4127500"/>
            <a:ext cx="7962900" cy="571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6941800" y="6858000"/>
            <a:ext cx="7226300" cy="386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 rot="0">
            <a:off x="1244600" y="749300"/>
            <a:ext cx="4152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274800" y="3225800"/>
            <a:ext cx="6908800" cy="1244600"/>
          </a:xfrm>
          <a:prstGeom prst="rect">
            <a:avLst/>
          </a:prstGeom>
          <a:effectLst>
            <a:outerShdw dir="5400000" dist="0" blurRad="524879">
              <a:srgbClr val="4A9EED">
                <a:alpha val="58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49500" y="3225800"/>
            <a:ext cx="6908800" cy="1244600"/>
          </a:xfrm>
          <a:prstGeom prst="rect">
            <a:avLst/>
          </a:prstGeom>
          <a:effectLst>
            <a:outerShdw dir="5400000" dist="0" blurRad="524879">
              <a:srgbClr val="4A9EED">
                <a:alpha val="5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1892300"/>
            <a:ext cx="8077200" cy="914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910300" y="5181600"/>
            <a:ext cx="1524000" cy="431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49500" y="3479800"/>
            <a:ext cx="6908800" cy="73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300200" y="3479800"/>
            <a:ext cx="6883400" cy="73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0">
            <a:off x="2349500" y="5054600"/>
            <a:ext cx="7937500" cy="553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14274800" y="5308600"/>
            <a:ext cx="8420100" cy="6045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5400000">
            <a:off x="8064500" y="7848600"/>
            <a:ext cx="8890000" cy="152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 rot="0">
            <a:off x="1485900" y="749300"/>
            <a:ext cx="4152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10800000">
            <a:off x="-1473200" y="-152400"/>
            <a:ext cx="26835100" cy="9753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57700" y="6807200"/>
            <a:ext cx="6019800" cy="6527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5600" y="10147300"/>
            <a:ext cx="6426200" cy="205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69500" y="11252200"/>
            <a:ext cx="4699000" cy="52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689100" y="774700"/>
            <a:ext cx="4152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9359900" y="-10223500"/>
            <a:ext cx="6096000" cy="260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0">
            <a:off x="1689100" y="774700"/>
            <a:ext cx="44704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9100" y="1930400"/>
            <a:ext cx="18478500" cy="1096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