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1"/>
    <p:sldMasterId id="2147483683" r:id="rId2"/>
    <p:sldMasterId id="2147483684" r:id="rId3"/>
  </p:sldMasterIdLst>
  <p:notesMasterIdLst>
    <p:notesMasterId r:id="rId35"/>
  </p:notesMasterIdLst>
  <p:sldIdLst>
    <p:sldId id="256" r:id="rId4"/>
    <p:sldId id="257" r:id="rId5"/>
    <p:sldId id="258" r:id="rId6"/>
    <p:sldId id="318" r:id="rId7"/>
    <p:sldId id="287" r:id="rId8"/>
    <p:sldId id="292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07" r:id="rId25"/>
    <p:sldId id="334" r:id="rId26"/>
    <p:sldId id="335" r:id="rId27"/>
    <p:sldId id="336" r:id="rId28"/>
    <p:sldId id="337" r:id="rId29"/>
    <p:sldId id="338" r:id="rId30"/>
    <p:sldId id="339" r:id="rId31"/>
    <p:sldId id="314" r:id="rId32"/>
    <p:sldId id="340" r:id="rId33"/>
    <p:sldId id="316" r:id="rId3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3D3D"/>
    <a:srgbClr val="656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3953" autoAdjust="0"/>
  </p:normalViewPr>
  <p:slideViewPr>
    <p:cSldViewPr snapToObjects="1">
      <p:cViewPr varScale="1">
        <p:scale>
          <a:sx n="52" d="100"/>
          <a:sy n="52" d="100"/>
        </p:scale>
        <p:origin x="156" y="222"/>
      </p:cViewPr>
      <p:guideLst>
        <p:guide orient="horz" pos="2159"/>
        <p:guide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81B4D-ADF9-4FB3-8BC3-A329EA3C28A8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A7462B-756E-4065-A4C2-BD11C87DE5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74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63700" y="3420110"/>
            <a:ext cx="21031835" cy="570547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1663700" y="9179560"/>
            <a:ext cx="21031835" cy="300037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835" cy="265239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1676400" y="3651250"/>
            <a:ext cx="10363835" cy="87039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12344400" y="3651250"/>
            <a:ext cx="10363835" cy="87039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80210" y="730250"/>
            <a:ext cx="21031835" cy="265239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1680210" y="3362960"/>
            <a:ext cx="10315575" cy="164782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/>
          </p:nvPr>
        </p:nvSpPr>
        <p:spPr>
          <a:xfrm>
            <a:off x="1680210" y="5010150"/>
            <a:ext cx="10315575" cy="73704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body"/>
          </p:nvPr>
        </p:nvSpPr>
        <p:spPr>
          <a:xfrm>
            <a:off x="12344400" y="3362960"/>
            <a:ext cx="10367645" cy="164782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/>
          </p:nvPr>
        </p:nvSpPr>
        <p:spPr>
          <a:xfrm>
            <a:off x="12344400" y="5010150"/>
            <a:ext cx="10367645" cy="73704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8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9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835" cy="265239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80210" y="914400"/>
            <a:ext cx="7864475" cy="32010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/>
          </p:nvPr>
        </p:nvSpPr>
        <p:spPr>
          <a:xfrm>
            <a:off x="10367010" y="1974850"/>
            <a:ext cx="12345035" cy="974788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680210" y="4114800"/>
            <a:ext cx="7864475" cy="76244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80210" y="914400"/>
            <a:ext cx="7864475" cy="3201035"/>
          </a:xfrm>
          <a:prstGeom prst="rect">
            <a:avLst/>
          </a:prstGeom>
        </p:spPr>
        <p:txBody>
          <a:bodyPr vert="horz" wrap="square" lIns="91440" tIns="45720" rIns="91440" bIns="45720" anchor="b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>
            <a:off x="10367010" y="1974850"/>
            <a:ext cx="12345035" cy="9747885"/>
          </a:xfrm>
          <a:prstGeom prst="rect">
            <a:avLst/>
          </a:prstGeom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>
            <a:off x="1680210" y="4114800"/>
            <a:ext cx="7864475" cy="76244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835" cy="265239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1676400" y="3651250"/>
            <a:ext cx="21031835" cy="870394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>
            <a:off x="17449800" y="730250"/>
            <a:ext cx="5258435" cy="11624945"/>
          </a:xfrm>
          <a:prstGeom prst="rect">
            <a:avLst/>
          </a:prstGeom>
        </p:spPr>
        <p:txBody>
          <a:bodyPr vert="eaVert" wrap="square" lIns="91440" tIns="45720" rIns="91440" bIns="45720" anchor="ctr">
            <a:norm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>
            <a:off x="1676400" y="730250"/>
            <a:ext cx="15469235" cy="11624945"/>
          </a:xfrm>
          <a:prstGeom prst="rect">
            <a:avLst/>
          </a:prstGeom>
        </p:spPr>
        <p:txBody>
          <a:bodyPr vert="eaVert" wrap="square" lIns="91440" tIns="45720" rIns="91440" bIns="45720" anchor="t">
            <a:normAutofit/>
          </a:bodyPr>
          <a:lstStyle>
            <a:lvl1pPr marL="0" indent="0">
              <a:defRPr lang="en-GB" altLang="en-US" sz="1800"/>
            </a:lvl1pPr>
            <a:lvl2pPr marL="0" indent="0">
              <a:defRPr lang="en-GB" altLang="en-US" sz="1800"/>
            </a:lvl2pPr>
            <a:lvl3pPr marL="0" indent="0">
              <a:defRPr lang="en-GB" altLang="en-US" sz="1800"/>
            </a:lvl3pPr>
            <a:lvl4pPr marL="0" indent="0">
              <a:defRPr lang="en-GB" altLang="en-US" sz="1800"/>
            </a:lvl4pPr>
            <a:lvl5pPr marL="0" indent="0">
              <a:defRPr lang="en-GB" altLang="en-US" sz="1800"/>
            </a:lvl5pPr>
          </a:lstStyle>
          <a:p>
            <a:pPr marL="228600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685800" lvl="1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143000" lvl="2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1600200" lvl="3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  <a:p>
            <a:pPr marL="2057400" lvl="4" indent="-228600">
              <a:buFont typeface="Arial"/>
              <a:buChar char="•"/>
            </a:pPr>
            <a:r>
              <a:rPr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marL="0" indent="0">
              <a:defRPr lang="en-GB" altLang="en-US" sz="1800"/>
            </a:lvl1pPr>
          </a:lstStyle>
          <a:p>
            <a:pPr marL="0" indent="0">
              <a:buFontTx/>
              <a:buNone/>
            </a:pPr>
            <a:fld id="{B9320F77-B9A0-41C5-862A-B4B631284C64}" type="slidenum">
              <a:rPr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E868030-4400-5237-E48D-C071673C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B614B72-AF61-ECCC-1E5E-6BF49098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8944F1F-43F1-55B0-6FC9-776C1F9D1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41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9C49F2B-B9A9-E35D-EC6E-38CCB98C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098ED97-7C81-15D0-FAF5-4E01413E1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65F690F-AC9D-B74E-E3C1-E3BB5AD8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3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294967295" orient="horz" pos="2160">
          <p15:clr>
            <a:srgbClr val="FBAE40"/>
          </p15:clr>
        </p15:guide>
        <p15:guide id="4294967295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10E3FA9-378C-03ED-F920-C765F135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6781860-87BC-461B-4D4A-3FC5BB04F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94A74A1-517B-DF08-C8FB-9E669432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8EABE32-E0B6-6EAA-20C0-182A7B504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A9F7A7C2-3F8A-B4CC-F1C9-BD084186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901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E5C3D6-89EA-C8BA-3D08-6F98D7FC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FDFB21A-1755-9EB0-B59F-38403F210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CFB792BC-9DDE-8EC3-FCA5-1C6222568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B0D89B60-7AAD-8413-5793-57B307F2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D63343A-77BD-684E-5FA6-9A5706925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4FA278AB-9574-9B5F-76AC-CF1F0A85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32553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89CC395-C2D5-E615-C070-B3CDC33C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8F21C6EC-9B7E-DE8A-DF58-E37E901F3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14515F49-666D-1748-2A62-1E347B52E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603BDBD7-C651-D18D-0866-B178F7D7E4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808414EF-4367-81E1-8F97-288FCCECD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0A358556-F9FE-7E93-339B-C48DFFCD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77524663-1E0B-A5D0-FACF-EBC88968A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D2A1E503-85D9-17F0-71B5-7C94803AB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6802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3E45A92-FB5C-C5EC-0FDF-C7A401EF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FB0972CD-305F-B48F-DCA3-E2D4F098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77A4CFFE-6040-D266-C07D-E28A77106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EE53B633-E9DB-A489-B4D6-E8493E3D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207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518E37ED-73C8-3E05-9485-6727BF784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B0567BAF-BA9A-90CE-B4F7-2D3EC04F7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80D64806-2CC5-746F-A55D-28DFBD27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170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46072F0-F014-11CD-D3E0-29B85FA0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F15199F2-BC9F-095C-F84B-AE4168452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5E8B3558-35BC-901C-6472-47609A47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319285EC-E375-AC33-778A-388E14AD9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BD0A3F9D-06A5-4DF9-704F-3EC30BD61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9402ACFD-8FD2-396C-03E2-10804081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478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5883F51-83F0-A56F-4672-C837FD2C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9BFF0970-480A-9801-6016-F7DCF4B91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64130A6B-660F-FF3D-81F7-2A1E18772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219DF534-6683-9D74-C1A6-850AB3765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4C0D8614-96D2-C574-7F88-D450B8F3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08906FA5-347F-3C78-74F0-85E79D422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2410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9766C920-6A9F-A8A9-AEC3-D39F2197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7EE1099C-0B7C-5E93-B1DA-B13D4442CC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56C23AD-C6ED-8FC0-6677-3F0A353F0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9E5F4AF-ABA2-2C14-C072-70B7ACA4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9E6087C4-D453-F97E-4B7B-4C02F6A6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932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F239398D-28BA-DA7F-1C82-8EE44085A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92E947C9-2E38-899B-5219-379ED9A0B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48E866BF-BF58-08FD-F1E9-8B3BF364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C94912CF-458B-D390-0159-7EDC0AAE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55473C3-8654-3813-6F0A-46CFF724E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66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>
            <a:off x="1676400" y="730250"/>
            <a:ext cx="21031835" cy="2652395"/>
          </a:xfrm>
          <a:prstGeom prst="rect">
            <a:avLst/>
          </a:prstGeom>
        </p:spPr>
        <p:txBody>
          <a:bodyPr vert="horz" wrap="square" lIns="91440" tIns="45720" rIns="91440" bIns="45720" anchor="ctr">
            <a:normAutofit/>
          </a:bodyPr>
          <a:lstStyle/>
          <a:p>
            <a:pPr marL="0" indent="0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마스터 제목 스타일 편집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>
            <a:off x="1676400" y="3651250"/>
            <a:ext cx="21031835" cy="8703945"/>
          </a:xfrm>
          <a:prstGeom prst="rect">
            <a:avLst/>
          </a:prstGeom>
        </p:spPr>
        <p:txBody>
          <a:bodyPr vert="horz" wrap="square" lIns="91440" tIns="45720" rIns="91440" bIns="45720" anchor="t">
            <a:normAutofit/>
          </a:bodyPr>
          <a:lstStyle/>
          <a:p>
            <a:pPr marL="228600" indent="-228600">
              <a:buFont typeface="Arial"/>
              <a:buChar char="•"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마스터 텍스트 스타일을 편집하려면 클릭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두 번째 수준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세 번째 수준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네 번째 수준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228600" indent="-228600">
              <a:buFont typeface="Arial"/>
              <a:buChar char="•"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다섯 번째 수준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>
            <a:off x="16764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ko-KR" altLang="en-US"/>
              <a:t>2025-12-14</a:t>
            </a:fld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>
            <a:off x="8077200" y="12712700"/>
            <a:ext cx="82302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>
            <a:off x="17221200" y="12712700"/>
            <a:ext cx="5487035" cy="730885"/>
          </a:xfrm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sz="1800">
                <a:latin typeface="맑은 고딕" charset="0"/>
                <a:ea typeface="맑은 고딕" charset="0"/>
                <a:sym typeface="맑은 고딕" charset="0"/>
              </a:rPr>
              <a:t>‹#›</a:t>
            </a:fld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marL="0" indent="0" algn="ctr" defTabSz="914400" latinLnBrk="1">
        <a:buNone/>
        <a:defRPr lang="ko-KR" sz="4400" baseline="0" smtClean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latinLnBrk="1">
        <a:spcBef>
          <a:spcPct val="20000"/>
        </a:spcBef>
        <a:buFont typeface="Arial"/>
        <a:buChar char="0"/>
        <a:defRPr lang="ko-KR" sz="2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defTabSz="914400" latinLnBrk="1">
        <a:buChar char="-"/>
        <a:defRPr lang="ko-KR" sz="2400" smtClean="0"/>
      </a:lvl2pPr>
      <a:lvl3pPr marL="1143000" lvl="2" indent="-228600" defTabSz="914400" latinLnBrk="1">
        <a:buChar char="0"/>
        <a:defRPr lang="ko-KR" sz="2000" smtClean="0"/>
      </a:lvl3pPr>
      <a:lvl4pPr marL="1600200" lvl="3" indent="-228600" defTabSz="914400" latinLnBrk="1">
        <a:buChar char="-"/>
        <a:defRPr lang="ko-KR" sz="1800" smtClean="0"/>
      </a:lvl4pPr>
      <a:lvl5pPr marL="2057400" lvl="4" indent="-228600" defTabSz="914400" latinLnBrk="1">
        <a:buChar char="-69"/>
        <a:defRPr lang="ko-KR" sz="1800" smtClean="0"/>
      </a:lvl5pPr>
    </p:bodyStyle>
    <p:otherStyle>
      <a:lvl1pPr marL="0" indent="0" algn="l" defTabSz="914400" latinLnBrk="1">
        <a:buNone/>
        <a:defRPr lang="ko-KR" sz="1800" baseline="0" smtClean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defTabSz="914400" latinLnBrk="1">
        <a:defRPr lang="ko-KR" smtClean="0"/>
      </a:lvl2pPr>
      <a:lvl3pPr marL="914400" lvl="2" indent="0" defTabSz="914400" latinLnBrk="1">
        <a:defRPr lang="ko-KR" smtClean="0"/>
      </a:lvl3pPr>
      <a:lvl4pPr marL="1371600" lvl="3" indent="0" defTabSz="914400" latinLnBrk="1">
        <a:defRPr lang="ko-KR" smtClean="0"/>
      </a:lvl4pPr>
      <a:lvl5pPr marL="1828800" lvl="4" indent="0" defTabSz="914400" latinLnBrk="1">
        <a:defRPr lang="ko-KR" smtClean="0"/>
      </a:lvl5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D5F88436-ACE1-CFDC-2FCE-92F9F353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E6FAAAEB-9682-2F03-A756-10A4E59A7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0EEC6B34-A523-0C3E-6EB0-60BFF079A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atinLnBrk="1"/>
            <a:fld id="{CCCEB39F-0DA3-4C3B-9233-C5CFA072111E}" type="datetimeFigureOut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 latinLnBrk="1"/>
              <a:t>2025-12-15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79363744-6A2A-5640-3C71-6EFA0D7289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atinLnBrk="1"/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8D456CA8-4E16-B2B7-9F59-4B7FAF938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atinLnBrk="1"/>
            <a:fld id="{2073E99C-6181-4364-B55F-7F3DAB3BB18D}" type="slidenum">
              <a:rPr lang="ko-KR" altLang="en-US" smtClean="0">
                <a:solidFill>
                  <a:prstClr val="black">
                    <a:tint val="82000"/>
                  </a:prstClr>
                </a:solidFill>
              </a:rPr>
              <a:pPr latinLnBrk="1"/>
              <a:t>‹#›</a:t>
            </a:fld>
            <a:endParaRPr lang="ko-KR" altLang="en-US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825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1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1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1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3.jpe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11.pn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13.jpeg"/><Relationship Id="rId16" Type="http://schemas.openxmlformats.org/officeDocument/2006/relationships/image" Target="../media/image40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26" Type="http://schemas.openxmlformats.org/officeDocument/2006/relationships/image" Target="../media/image70.png"/><Relationship Id="rId39" Type="http://schemas.openxmlformats.org/officeDocument/2006/relationships/image" Target="../media/image83.png"/><Relationship Id="rId21" Type="http://schemas.openxmlformats.org/officeDocument/2006/relationships/image" Target="../media/image65.png"/><Relationship Id="rId34" Type="http://schemas.openxmlformats.org/officeDocument/2006/relationships/image" Target="../media/image78.png"/><Relationship Id="rId42" Type="http://schemas.openxmlformats.org/officeDocument/2006/relationships/image" Target="../media/image86.png"/><Relationship Id="rId47" Type="http://schemas.openxmlformats.org/officeDocument/2006/relationships/image" Target="../media/image91.png"/><Relationship Id="rId50" Type="http://schemas.openxmlformats.org/officeDocument/2006/relationships/image" Target="../media/image94.png"/><Relationship Id="rId55" Type="http://schemas.openxmlformats.org/officeDocument/2006/relationships/image" Target="../media/image99.png"/><Relationship Id="rId7" Type="http://schemas.openxmlformats.org/officeDocument/2006/relationships/image" Target="../media/image51.png"/><Relationship Id="rId2" Type="http://schemas.openxmlformats.org/officeDocument/2006/relationships/image" Target="../media/image13.jpeg"/><Relationship Id="rId16" Type="http://schemas.openxmlformats.org/officeDocument/2006/relationships/image" Target="../media/image60.png"/><Relationship Id="rId29" Type="http://schemas.openxmlformats.org/officeDocument/2006/relationships/image" Target="../media/image73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32" Type="http://schemas.openxmlformats.org/officeDocument/2006/relationships/image" Target="../media/image76.png"/><Relationship Id="rId37" Type="http://schemas.openxmlformats.org/officeDocument/2006/relationships/image" Target="../media/image81.png"/><Relationship Id="rId40" Type="http://schemas.openxmlformats.org/officeDocument/2006/relationships/image" Target="../media/image84.png"/><Relationship Id="rId45" Type="http://schemas.openxmlformats.org/officeDocument/2006/relationships/image" Target="../media/image89.png"/><Relationship Id="rId53" Type="http://schemas.openxmlformats.org/officeDocument/2006/relationships/image" Target="../media/image97.png"/><Relationship Id="rId58" Type="http://schemas.openxmlformats.org/officeDocument/2006/relationships/image" Target="../media/image102.png"/><Relationship Id="rId5" Type="http://schemas.openxmlformats.org/officeDocument/2006/relationships/image" Target="../media/image49.png"/><Relationship Id="rId61" Type="http://schemas.openxmlformats.org/officeDocument/2006/relationships/image" Target="../media/image105.png"/><Relationship Id="rId19" Type="http://schemas.openxmlformats.org/officeDocument/2006/relationships/image" Target="../media/image6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Relationship Id="rId27" Type="http://schemas.openxmlformats.org/officeDocument/2006/relationships/image" Target="../media/image71.png"/><Relationship Id="rId30" Type="http://schemas.openxmlformats.org/officeDocument/2006/relationships/image" Target="../media/image74.png"/><Relationship Id="rId35" Type="http://schemas.openxmlformats.org/officeDocument/2006/relationships/image" Target="../media/image79.png"/><Relationship Id="rId43" Type="http://schemas.openxmlformats.org/officeDocument/2006/relationships/image" Target="../media/image87.png"/><Relationship Id="rId48" Type="http://schemas.openxmlformats.org/officeDocument/2006/relationships/image" Target="../media/image92.png"/><Relationship Id="rId56" Type="http://schemas.openxmlformats.org/officeDocument/2006/relationships/image" Target="../media/image100.png"/><Relationship Id="rId8" Type="http://schemas.openxmlformats.org/officeDocument/2006/relationships/image" Target="../media/image52.png"/><Relationship Id="rId51" Type="http://schemas.openxmlformats.org/officeDocument/2006/relationships/image" Target="../media/image95.png"/><Relationship Id="rId3" Type="http://schemas.openxmlformats.org/officeDocument/2006/relationships/image" Target="../media/image1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image" Target="../media/image82.png"/><Relationship Id="rId46" Type="http://schemas.openxmlformats.org/officeDocument/2006/relationships/image" Target="../media/image90.png"/><Relationship Id="rId59" Type="http://schemas.openxmlformats.org/officeDocument/2006/relationships/image" Target="../media/image103.png"/><Relationship Id="rId20" Type="http://schemas.openxmlformats.org/officeDocument/2006/relationships/image" Target="../media/image64.png"/><Relationship Id="rId41" Type="http://schemas.openxmlformats.org/officeDocument/2006/relationships/image" Target="../media/image85.png"/><Relationship Id="rId54" Type="http://schemas.openxmlformats.org/officeDocument/2006/relationships/image" Target="../media/image98.png"/><Relationship Id="rId6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28" Type="http://schemas.openxmlformats.org/officeDocument/2006/relationships/image" Target="../media/image72.png"/><Relationship Id="rId36" Type="http://schemas.openxmlformats.org/officeDocument/2006/relationships/image" Target="../media/image80.png"/><Relationship Id="rId49" Type="http://schemas.openxmlformats.org/officeDocument/2006/relationships/image" Target="../media/image93.png"/><Relationship Id="rId57" Type="http://schemas.openxmlformats.org/officeDocument/2006/relationships/image" Target="../media/image101.png"/><Relationship Id="rId10" Type="http://schemas.openxmlformats.org/officeDocument/2006/relationships/image" Target="../media/image54.png"/><Relationship Id="rId31" Type="http://schemas.openxmlformats.org/officeDocument/2006/relationships/image" Target="../media/image75.png"/><Relationship Id="rId44" Type="http://schemas.openxmlformats.org/officeDocument/2006/relationships/image" Target="../media/image88.png"/><Relationship Id="rId52" Type="http://schemas.openxmlformats.org/officeDocument/2006/relationships/image" Target="../media/image96.png"/><Relationship Id="rId60" Type="http://schemas.openxmlformats.org/officeDocument/2006/relationships/image" Target="../media/image10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9.png"/><Relationship Id="rId3" Type="http://schemas.openxmlformats.org/officeDocument/2006/relationships/image" Target="../media/image110.png"/><Relationship Id="rId7" Type="http://schemas.openxmlformats.org/officeDocument/2006/relationships/image" Target="../media/image124.png"/><Relationship Id="rId12" Type="http://schemas.openxmlformats.org/officeDocument/2006/relationships/image" Target="../media/image11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image" Target="../media/image144.png"/><Relationship Id="rId26" Type="http://schemas.openxmlformats.org/officeDocument/2006/relationships/image" Target="../media/image152.png"/><Relationship Id="rId3" Type="http://schemas.openxmlformats.org/officeDocument/2006/relationships/image" Target="../media/image110.png"/><Relationship Id="rId21" Type="http://schemas.openxmlformats.org/officeDocument/2006/relationships/image" Target="../media/image147.png"/><Relationship Id="rId7" Type="http://schemas.openxmlformats.org/officeDocument/2006/relationships/image" Target="../media/image133.png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5" Type="http://schemas.openxmlformats.org/officeDocument/2006/relationships/image" Target="../media/image151.png"/><Relationship Id="rId2" Type="http://schemas.openxmlformats.org/officeDocument/2006/relationships/image" Target="../media/image13.jpeg"/><Relationship Id="rId16" Type="http://schemas.openxmlformats.org/officeDocument/2006/relationships/image" Target="../media/image142.png"/><Relationship Id="rId20" Type="http://schemas.openxmlformats.org/officeDocument/2006/relationships/image" Target="../media/image1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24" Type="http://schemas.openxmlformats.org/officeDocument/2006/relationships/image" Target="../media/image150.png"/><Relationship Id="rId5" Type="http://schemas.openxmlformats.org/officeDocument/2006/relationships/image" Target="../media/image131.png"/><Relationship Id="rId15" Type="http://schemas.openxmlformats.org/officeDocument/2006/relationships/image" Target="../media/image141.png"/><Relationship Id="rId23" Type="http://schemas.openxmlformats.org/officeDocument/2006/relationships/image" Target="../media/image149.png"/><Relationship Id="rId10" Type="http://schemas.openxmlformats.org/officeDocument/2006/relationships/image" Target="../media/image136.png"/><Relationship Id="rId19" Type="http://schemas.openxmlformats.org/officeDocument/2006/relationships/image" Target="../media/image145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Relationship Id="rId14" Type="http://schemas.openxmlformats.org/officeDocument/2006/relationships/image" Target="../media/image140.png"/><Relationship Id="rId22" Type="http://schemas.openxmlformats.org/officeDocument/2006/relationships/image" Target="../media/image1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3" Type="http://schemas.openxmlformats.org/officeDocument/2006/relationships/image" Target="../media/image110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17" Type="http://schemas.openxmlformats.org/officeDocument/2006/relationships/image" Target="../media/image165.png"/><Relationship Id="rId2" Type="http://schemas.openxmlformats.org/officeDocument/2006/relationships/image" Target="../media/image13.jpeg"/><Relationship Id="rId16" Type="http://schemas.openxmlformats.org/officeDocument/2006/relationships/image" Target="../media/image1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52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4" Type="http://schemas.openxmlformats.org/officeDocument/2006/relationships/image" Target="../media/image153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3" Type="http://schemas.openxmlformats.org/officeDocument/2006/relationships/image" Target="../media/image110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52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18" Type="http://schemas.openxmlformats.org/officeDocument/2006/relationships/image" Target="../media/image190.png"/><Relationship Id="rId3" Type="http://schemas.openxmlformats.org/officeDocument/2006/relationships/image" Target="../media/image110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17" Type="http://schemas.openxmlformats.org/officeDocument/2006/relationships/image" Target="../media/image189.png"/><Relationship Id="rId2" Type="http://schemas.openxmlformats.org/officeDocument/2006/relationships/image" Target="../media/image13.jpeg"/><Relationship Id="rId16" Type="http://schemas.openxmlformats.org/officeDocument/2006/relationships/image" Target="../media/image188.png"/><Relationship Id="rId20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5" Type="http://schemas.openxmlformats.org/officeDocument/2006/relationships/image" Target="../media/image187.png"/><Relationship Id="rId10" Type="http://schemas.openxmlformats.org/officeDocument/2006/relationships/image" Target="../media/image182.png"/><Relationship Id="rId19" Type="http://schemas.openxmlformats.org/officeDocument/2006/relationships/image" Target="../media/image191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Relationship Id="rId14" Type="http://schemas.openxmlformats.org/officeDocument/2006/relationships/image" Target="../media/image1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10.png"/><Relationship Id="rId7" Type="http://schemas.openxmlformats.org/officeDocument/2006/relationships/image" Target="../media/image19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9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png"/><Relationship Id="rId13" Type="http://schemas.openxmlformats.org/officeDocument/2006/relationships/image" Target="../media/image206.png"/><Relationship Id="rId3" Type="http://schemas.openxmlformats.org/officeDocument/2006/relationships/image" Target="../media/image110.png"/><Relationship Id="rId7" Type="http://schemas.openxmlformats.org/officeDocument/2006/relationships/image" Target="../media/image200.png"/><Relationship Id="rId12" Type="http://schemas.openxmlformats.org/officeDocument/2006/relationships/image" Target="../media/image20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9.png"/><Relationship Id="rId11" Type="http://schemas.openxmlformats.org/officeDocument/2006/relationships/image" Target="../media/image204.png"/><Relationship Id="rId5" Type="http://schemas.openxmlformats.org/officeDocument/2006/relationships/image" Target="../media/image198.png"/><Relationship Id="rId10" Type="http://schemas.openxmlformats.org/officeDocument/2006/relationships/image" Target="../media/image203.png"/><Relationship Id="rId4" Type="http://schemas.openxmlformats.org/officeDocument/2006/relationships/image" Target="../media/image197.png"/><Relationship Id="rId9" Type="http://schemas.openxmlformats.org/officeDocument/2006/relationships/image" Target="../media/image20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3" Type="http://schemas.openxmlformats.org/officeDocument/2006/relationships/image" Target="../media/image110.png"/><Relationship Id="rId7" Type="http://schemas.openxmlformats.org/officeDocument/2006/relationships/image" Target="../media/image2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9.png"/><Relationship Id="rId11" Type="http://schemas.openxmlformats.org/officeDocument/2006/relationships/image" Target="../media/image206.png"/><Relationship Id="rId5" Type="http://schemas.openxmlformats.org/officeDocument/2006/relationships/image" Target="../media/image208.png"/><Relationship Id="rId10" Type="http://schemas.openxmlformats.org/officeDocument/2006/relationships/image" Target="../media/image213.png"/><Relationship Id="rId4" Type="http://schemas.openxmlformats.org/officeDocument/2006/relationships/image" Target="../media/image207.png"/><Relationship Id="rId9" Type="http://schemas.openxmlformats.org/officeDocument/2006/relationships/image" Target="../media/image2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3" Type="http://schemas.openxmlformats.org/officeDocument/2006/relationships/image" Target="../media/image110.pn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5" Type="http://schemas.openxmlformats.org/officeDocument/2006/relationships/image" Target="../media/image214.png"/><Relationship Id="rId15" Type="http://schemas.openxmlformats.org/officeDocument/2006/relationships/image" Target="../media/image224.png"/><Relationship Id="rId10" Type="http://schemas.openxmlformats.org/officeDocument/2006/relationships/image" Target="../media/image219.png"/><Relationship Id="rId4" Type="http://schemas.openxmlformats.org/officeDocument/2006/relationships/image" Target="../media/image206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110.png"/><Relationship Id="rId7" Type="http://schemas.openxmlformats.org/officeDocument/2006/relationships/image" Target="../media/image228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7.png"/><Relationship Id="rId11" Type="http://schemas.openxmlformats.org/officeDocument/2006/relationships/image" Target="../media/image224.png"/><Relationship Id="rId5" Type="http://schemas.openxmlformats.org/officeDocument/2006/relationships/image" Target="../media/image226.png"/><Relationship Id="rId10" Type="http://schemas.openxmlformats.org/officeDocument/2006/relationships/image" Target="../media/image206.png"/><Relationship Id="rId4" Type="http://schemas.openxmlformats.org/officeDocument/2006/relationships/image" Target="../media/image225.png"/><Relationship Id="rId9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3" Type="http://schemas.openxmlformats.org/officeDocument/2006/relationships/image" Target="../media/image110.png"/><Relationship Id="rId7" Type="http://schemas.openxmlformats.org/officeDocument/2006/relationships/image" Target="../media/image23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2.png"/><Relationship Id="rId5" Type="http://schemas.openxmlformats.org/officeDocument/2006/relationships/image" Target="../media/image231.png"/><Relationship Id="rId4" Type="http://schemas.openxmlformats.org/officeDocument/2006/relationships/image" Target="../media/image20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13" Type="http://schemas.openxmlformats.org/officeDocument/2006/relationships/image" Target="../media/image244.png"/><Relationship Id="rId3" Type="http://schemas.openxmlformats.org/officeDocument/2006/relationships/image" Target="../media/image110.png"/><Relationship Id="rId7" Type="http://schemas.openxmlformats.org/officeDocument/2006/relationships/image" Target="../media/image238.png"/><Relationship Id="rId12" Type="http://schemas.openxmlformats.org/officeDocument/2006/relationships/image" Target="../media/image24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236.png"/><Relationship Id="rId10" Type="http://schemas.openxmlformats.org/officeDocument/2006/relationships/image" Target="../media/image241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png"/><Relationship Id="rId13" Type="http://schemas.openxmlformats.org/officeDocument/2006/relationships/image" Target="../media/image239.png"/><Relationship Id="rId3" Type="http://schemas.openxmlformats.org/officeDocument/2006/relationships/image" Target="../media/image110.png"/><Relationship Id="rId7" Type="http://schemas.openxmlformats.org/officeDocument/2006/relationships/image" Target="../media/image248.png"/><Relationship Id="rId12" Type="http://schemas.openxmlformats.org/officeDocument/2006/relationships/image" Target="../media/image25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11" Type="http://schemas.openxmlformats.org/officeDocument/2006/relationships/image" Target="../media/image252.png"/><Relationship Id="rId5" Type="http://schemas.openxmlformats.org/officeDocument/2006/relationships/image" Target="../media/image246.png"/><Relationship Id="rId10" Type="http://schemas.openxmlformats.org/officeDocument/2006/relationships/image" Target="../media/image251.png"/><Relationship Id="rId4" Type="http://schemas.openxmlformats.org/officeDocument/2006/relationships/image" Target="../media/image245.png"/><Relationship Id="rId9" Type="http://schemas.openxmlformats.org/officeDocument/2006/relationships/image" Target="../media/image250.png"/><Relationship Id="rId14" Type="http://schemas.openxmlformats.org/officeDocument/2006/relationships/image" Target="../media/image2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3" Type="http://schemas.openxmlformats.org/officeDocument/2006/relationships/image" Target="../media/image110.png"/><Relationship Id="rId7" Type="http://schemas.openxmlformats.org/officeDocument/2006/relationships/image" Target="../media/image25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6.png"/><Relationship Id="rId5" Type="http://schemas.openxmlformats.org/officeDocument/2006/relationships/image" Target="../media/image255.png"/><Relationship Id="rId10" Type="http://schemas.openxmlformats.org/officeDocument/2006/relationships/image" Target="../media/image260.png"/><Relationship Id="rId4" Type="http://schemas.openxmlformats.org/officeDocument/2006/relationships/image" Target="../media/image254.png"/><Relationship Id="rId9" Type="http://schemas.openxmlformats.org/officeDocument/2006/relationships/image" Target="../media/image2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4.png"/><Relationship Id="rId5" Type="http://schemas.openxmlformats.org/officeDocument/2006/relationships/image" Target="../media/image263.png"/><Relationship Id="rId4" Type="http://schemas.openxmlformats.org/officeDocument/2006/relationships/image" Target="../media/image26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png"/><Relationship Id="rId13" Type="http://schemas.openxmlformats.org/officeDocument/2006/relationships/image" Target="../media/image274.png"/><Relationship Id="rId3" Type="http://schemas.openxmlformats.org/officeDocument/2006/relationships/image" Target="../media/image261.png"/><Relationship Id="rId7" Type="http://schemas.openxmlformats.org/officeDocument/2006/relationships/image" Target="../media/image268.png"/><Relationship Id="rId12" Type="http://schemas.openxmlformats.org/officeDocument/2006/relationships/image" Target="../media/image27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7.png"/><Relationship Id="rId11" Type="http://schemas.openxmlformats.org/officeDocument/2006/relationships/image" Target="../media/image272.png"/><Relationship Id="rId5" Type="http://schemas.openxmlformats.org/officeDocument/2006/relationships/image" Target="../media/image266.png"/><Relationship Id="rId15" Type="http://schemas.openxmlformats.org/officeDocument/2006/relationships/image" Target="../media/image276.png"/><Relationship Id="rId10" Type="http://schemas.openxmlformats.org/officeDocument/2006/relationships/image" Target="../media/image271.png"/><Relationship Id="rId4" Type="http://schemas.openxmlformats.org/officeDocument/2006/relationships/image" Target="../media/image265.png"/><Relationship Id="rId9" Type="http://schemas.openxmlformats.org/officeDocument/2006/relationships/image" Target="../media/image270.png"/><Relationship Id="rId14" Type="http://schemas.openxmlformats.org/officeDocument/2006/relationships/image" Target="../media/image2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png"/><Relationship Id="rId13" Type="http://schemas.openxmlformats.org/officeDocument/2006/relationships/image" Target="../media/image284.png"/><Relationship Id="rId3" Type="http://schemas.openxmlformats.org/officeDocument/2006/relationships/image" Target="../media/image261.png"/><Relationship Id="rId7" Type="http://schemas.openxmlformats.org/officeDocument/2006/relationships/image" Target="../media/image278.png"/><Relationship Id="rId12" Type="http://schemas.openxmlformats.org/officeDocument/2006/relationships/image" Target="../media/image28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7.png"/><Relationship Id="rId11" Type="http://schemas.openxmlformats.org/officeDocument/2006/relationships/image" Target="../media/image282.png"/><Relationship Id="rId5" Type="http://schemas.openxmlformats.org/officeDocument/2006/relationships/image" Target="../media/image266.png"/><Relationship Id="rId10" Type="http://schemas.openxmlformats.org/officeDocument/2006/relationships/image" Target="../media/image281.png"/><Relationship Id="rId4" Type="http://schemas.openxmlformats.org/officeDocument/2006/relationships/image" Target="../media/image265.png"/><Relationship Id="rId9" Type="http://schemas.openxmlformats.org/officeDocument/2006/relationships/image" Target="../media/image2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png"/><Relationship Id="rId3" Type="http://schemas.openxmlformats.org/officeDocument/2006/relationships/image" Target="../media/image261.png"/><Relationship Id="rId7" Type="http://schemas.openxmlformats.org/officeDocument/2006/relationships/image" Target="../media/image28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5.png"/><Relationship Id="rId5" Type="http://schemas.openxmlformats.org/officeDocument/2006/relationships/image" Target="../media/image277.png"/><Relationship Id="rId4" Type="http://schemas.openxmlformats.org/officeDocument/2006/relationships/image" Target="../media/image265.png"/><Relationship Id="rId9" Type="http://schemas.openxmlformats.org/officeDocument/2006/relationships/image" Target="../media/image28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61.png"/><Relationship Id="rId7" Type="http://schemas.openxmlformats.org/officeDocument/2006/relationships/image" Target="../media/image289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7.png"/><Relationship Id="rId5" Type="http://schemas.openxmlformats.org/officeDocument/2006/relationships/image" Target="../media/image266.png"/><Relationship Id="rId10" Type="http://schemas.openxmlformats.org/officeDocument/2006/relationships/image" Target="../media/image292.png"/><Relationship Id="rId4" Type="http://schemas.openxmlformats.org/officeDocument/2006/relationships/image" Target="../media/image265.png"/><Relationship Id="rId9" Type="http://schemas.openxmlformats.org/officeDocument/2006/relationships/image" Target="../media/image29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3" Type="http://schemas.openxmlformats.org/officeDocument/2006/relationships/image" Target="../media/image261.png"/><Relationship Id="rId7" Type="http://schemas.openxmlformats.org/officeDocument/2006/relationships/image" Target="../media/image29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3.png"/><Relationship Id="rId11" Type="http://schemas.openxmlformats.org/officeDocument/2006/relationships/image" Target="../media/image298.png"/><Relationship Id="rId5" Type="http://schemas.openxmlformats.org/officeDocument/2006/relationships/image" Target="../media/image266.png"/><Relationship Id="rId10" Type="http://schemas.openxmlformats.org/officeDocument/2006/relationships/image" Target="../media/image297.png"/><Relationship Id="rId4" Type="http://schemas.openxmlformats.org/officeDocument/2006/relationships/image" Target="../media/image265.png"/><Relationship Id="rId9" Type="http://schemas.openxmlformats.org/officeDocument/2006/relationships/image" Target="../media/image29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3" Type="http://schemas.openxmlformats.org/officeDocument/2006/relationships/image" Target="../media/image261.png"/><Relationship Id="rId7" Type="http://schemas.openxmlformats.org/officeDocument/2006/relationships/image" Target="../media/image301.png"/><Relationship Id="rId12" Type="http://schemas.openxmlformats.org/officeDocument/2006/relationships/image" Target="../media/image30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0.png"/><Relationship Id="rId11" Type="http://schemas.openxmlformats.org/officeDocument/2006/relationships/image" Target="../media/image305.png"/><Relationship Id="rId5" Type="http://schemas.openxmlformats.org/officeDocument/2006/relationships/image" Target="../media/image299.png"/><Relationship Id="rId10" Type="http://schemas.openxmlformats.org/officeDocument/2006/relationships/image" Target="../media/image304.png"/><Relationship Id="rId4" Type="http://schemas.openxmlformats.org/officeDocument/2006/relationships/image" Target="../media/image266.png"/><Relationship Id="rId9" Type="http://schemas.openxmlformats.org/officeDocument/2006/relationships/image" Target="../media/image30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0.png"/><Relationship Id="rId5" Type="http://schemas.openxmlformats.org/officeDocument/2006/relationships/image" Target="../media/image309.png"/><Relationship Id="rId4" Type="http://schemas.openxmlformats.org/officeDocument/2006/relationships/image" Target="../media/image30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1.png"/><Relationship Id="rId4" Type="http://schemas.openxmlformats.org/officeDocument/2006/relationships/image" Target="../media/image26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1" descr="C:/Users/spml/AppData/Roaming/PolarisOffice/ETemp/20396_22951992/fImage1493700594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938" y="0"/>
            <a:ext cx="24384635" cy="13716635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8559800"/>
            <a:ext cx="14998700" cy="3327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7658100"/>
            <a:ext cx="8712200" cy="660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3600" y="6210300"/>
            <a:ext cx="2857500" cy="342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9700" y="10401300"/>
            <a:ext cx="3606800" cy="1803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711200"/>
            <a:ext cx="3200400" cy="1028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1752600"/>
            <a:ext cx="2895600" cy="36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4" descr="C:/Users/spml/AppData/Roaming/PolarisOffice/ETemp/20396_22951992/fImage1493700658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"/>
            <a:ext cx="24384635" cy="13716635"/>
          </a:xfrm>
          <a:prstGeom prst="rect">
            <a:avLst/>
          </a:prstGeom>
          <a:noFill/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7900" y="6807200"/>
            <a:ext cx="6019800" cy="6527800"/>
          </a:xfrm>
          <a:prstGeom prst="rect">
            <a:avLst/>
          </a:prstGeom>
        </p:spPr>
      </p:pic>
      <p:pic>
        <p:nvPicPr>
          <p:cNvPr id="4" name="Picture 4" descr="C:/Users/spml/AppData/Roaming/PolarisOffice/ETemp/20396_22951992/image11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" y="9063355"/>
            <a:ext cx="9769475" cy="3141980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id="6" name="Picture 6" descr="C:/Users/spml/AppData/Roaming/PolarisOffice/ETemp/20396_22951992/image12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100" y="774700"/>
            <a:ext cx="5696585" cy="624205"/>
          </a:xfrm>
          <a:prstGeom prst="rect">
            <a:avLst/>
          </a:prstGeom>
          <a:noFill/>
        </p:spPr>
      </p:pic>
      <p:pic>
        <p:nvPicPr>
          <p:cNvPr id="7" name="Picture 7" descr="C:/Users/spml/AppData/Roaming/PolarisOffice/ETemp/20396_22951992/image13.png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7540" y="10312400"/>
            <a:ext cx="5992495" cy="16389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8" name="Picture 18" descr="C:/Users/spml/AppData/Roaming/PolarisOffice/ETemp/20396_22951992/image1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848995"/>
            <a:ext cx="4344035" cy="470535"/>
          </a:xfrm>
          <a:prstGeom prst="rect">
            <a:avLst/>
          </a:prstGeom>
          <a:noFill/>
        </p:spPr>
      </p:pic>
      <p:grpSp>
        <p:nvGrpSpPr>
          <p:cNvPr id="2" name="그룹 1"/>
          <p:cNvGrpSpPr/>
          <p:nvPr/>
        </p:nvGrpSpPr>
        <p:grpSpPr>
          <a:xfrm>
            <a:off x="1317635" y="2130107"/>
            <a:ext cx="21622385" cy="10116820"/>
            <a:chOff x="1469053" y="2155507"/>
            <a:chExt cx="21622385" cy="10116820"/>
          </a:xfrm>
        </p:grpSpPr>
        <p:pic>
          <p:nvPicPr>
            <p:cNvPr id="4" name="Picture 4" descr="C:/Users/spml/AppData/Roaming/PolarisOffice/ETemp/20396_22951992/image15.png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8598" y="2159952"/>
              <a:ext cx="8547735" cy="775335"/>
            </a:xfrm>
            <a:prstGeom prst="rect">
              <a:avLst/>
            </a:prstGeom>
            <a:noFill/>
          </p:spPr>
        </p:pic>
        <p:pic>
          <p:nvPicPr>
            <p:cNvPr id="6" name="Picture 6" descr="C:/Users/spml/AppData/Roaming/PolarisOffice/ETemp/20396_22951992/image17.png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1448" y="7441247"/>
              <a:ext cx="6782435" cy="775335"/>
            </a:xfrm>
            <a:prstGeom prst="rect">
              <a:avLst/>
            </a:prstGeom>
            <a:noFill/>
          </p:spPr>
        </p:pic>
        <p:pic>
          <p:nvPicPr>
            <p:cNvPr id="8" name="Picture 8" descr="C:/Users/spml/AppData/Roaming/PolarisOffice/ETemp/20396_22951992/image19.png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1103" y="2155507"/>
              <a:ext cx="10300335" cy="775335"/>
            </a:xfrm>
            <a:prstGeom prst="rect">
              <a:avLst/>
            </a:prstGeom>
            <a:noFill/>
          </p:spPr>
        </p:pic>
        <p:pic>
          <p:nvPicPr>
            <p:cNvPr id="9" name="Picture 9" descr="C:/Users/spml/AppData/Roaming/PolarisOffice/ETemp/20396_22951992/image20.png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1103" y="7546657"/>
              <a:ext cx="10160635" cy="2235835"/>
            </a:xfrm>
            <a:prstGeom prst="rect">
              <a:avLst/>
            </a:prstGeom>
            <a:noFill/>
          </p:spPr>
        </p:pic>
        <p:pic>
          <p:nvPicPr>
            <p:cNvPr id="10" name="Picture 10" descr="C:/Users/spml/AppData/Roaming/PolarisOffice/ETemp/20396_22951992/image21.png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1103" y="3114357"/>
              <a:ext cx="10160635" cy="4115435"/>
            </a:xfrm>
            <a:prstGeom prst="rect">
              <a:avLst/>
            </a:prstGeom>
            <a:noFill/>
          </p:spPr>
        </p:pic>
        <p:grpSp>
          <p:nvGrpSpPr>
            <p:cNvPr id="27" name="그룹 14"/>
            <p:cNvGrpSpPr>
              <a:grpSpLocks/>
            </p:cNvGrpSpPr>
            <p:nvPr/>
          </p:nvGrpSpPr>
          <p:grpSpPr>
            <a:xfrm>
              <a:off x="12791103" y="10093007"/>
              <a:ext cx="10166985" cy="2159635"/>
              <a:chOff x="12706350" y="10541000"/>
              <a:chExt cx="10166985" cy="2159635"/>
            </a:xfrm>
          </p:grpSpPr>
          <p:pic>
            <p:nvPicPr>
              <p:cNvPr id="11" name="Picture 11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706350" y="10541000"/>
                <a:ext cx="10166350" cy="2159000"/>
              </a:xfrm>
              <a:prstGeom prst="rect">
                <a:avLst/>
              </a:prstGeom>
            </p:spPr>
          </p:pic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943205" y="10858500"/>
                <a:ext cx="9639935" cy="1549400"/>
              </a:xfrm>
              <a:prstGeom prst="rect">
                <a:avLst/>
              </a:prstGeom>
            </p:spPr>
          </p:pic>
        </p:grpSp>
        <p:grpSp>
          <p:nvGrpSpPr>
            <p:cNvPr id="23" name="그룹 10"/>
            <p:cNvGrpSpPr>
              <a:grpSpLocks/>
            </p:cNvGrpSpPr>
            <p:nvPr/>
          </p:nvGrpSpPr>
          <p:grpSpPr>
            <a:xfrm>
              <a:off x="1639233" y="5614352"/>
              <a:ext cx="9525635" cy="1321435"/>
              <a:chOff x="1554480" y="6062345"/>
              <a:chExt cx="9525635" cy="1321435"/>
            </a:xfrm>
          </p:grpSpPr>
          <p:pic>
            <p:nvPicPr>
              <p:cNvPr id="13" name="Picture 13" descr="C:/Users/spml/AppData/Roaming/PolarisOffice/ETemp/20396_22951992/image24.png"/>
              <p:cNvPicPr>
                <a:picLocks noChangeAspect="1"/>
              </p:cNvPicPr>
              <p:nvPr/>
            </p:nvPicPr>
            <p:blipFill rotWithShape="1"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54480" y="6062345"/>
                <a:ext cx="9525635" cy="1321435"/>
              </a:xfrm>
              <a:prstGeom prst="rect">
                <a:avLst/>
              </a:prstGeom>
              <a:noFill/>
            </p:spPr>
          </p:pic>
          <p:pic>
            <p:nvPicPr>
              <p:cNvPr id="14" name="Picture 14" descr="C:/Users/spml/AppData/Roaming/PolarisOffice/ETemp/20396_22951992/image25.png"/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3280" y="6252845"/>
                <a:ext cx="8408035" cy="927735"/>
              </a:xfrm>
              <a:prstGeom prst="rect">
                <a:avLst/>
              </a:prstGeom>
              <a:noFill/>
            </p:spPr>
          </p:pic>
        </p:grpSp>
        <p:grpSp>
          <p:nvGrpSpPr>
            <p:cNvPr id="22" name="그룹 9"/>
            <p:cNvGrpSpPr>
              <a:grpSpLocks/>
            </p:cNvGrpSpPr>
            <p:nvPr/>
          </p:nvGrpSpPr>
          <p:grpSpPr>
            <a:xfrm>
              <a:off x="1583353" y="10950892"/>
              <a:ext cx="9525635" cy="1321435"/>
              <a:chOff x="1498600" y="11398885"/>
              <a:chExt cx="9525635" cy="1321435"/>
            </a:xfrm>
          </p:grpSpPr>
          <p:pic>
            <p:nvPicPr>
              <p:cNvPr id="15" name="Picture 15" descr="C:/Users/spml/AppData/Roaming/PolarisOffice/ETemp/20396_22951992/image26.png"/>
              <p:cNvPicPr>
                <a:picLocks noChangeAspect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98600" y="11398885"/>
                <a:ext cx="9525635" cy="1321435"/>
              </a:xfrm>
              <a:prstGeom prst="rect">
                <a:avLst/>
              </a:prstGeom>
              <a:noFill/>
            </p:spPr>
          </p:pic>
          <p:pic>
            <p:nvPicPr>
              <p:cNvPr id="16" name="Picture 16" descr="C:/Users/spml/AppData/Roaming/PolarisOffice/ETemp/20396_22951992/image27.png"/>
              <p:cNvPicPr>
                <a:picLocks noChangeAspect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57400" y="11589385"/>
                <a:ext cx="8408035" cy="927735"/>
              </a:xfrm>
              <a:prstGeom prst="rect">
                <a:avLst/>
              </a:prstGeom>
              <a:noFill/>
            </p:spPr>
          </p:pic>
        </p:grpSp>
        <p:pic>
          <p:nvPicPr>
            <p:cNvPr id="17" name="Picture 17" descr="C:/Users/spml/AppData/Roaming/PolarisOffice/ETemp/20396_22951992/image28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5253" y="7251382"/>
              <a:ext cx="9855835" cy="51435"/>
            </a:xfrm>
            <a:prstGeom prst="rect">
              <a:avLst/>
            </a:prstGeom>
            <a:noFill/>
          </p:spPr>
        </p:pic>
        <p:grpSp>
          <p:nvGrpSpPr>
            <p:cNvPr id="21" name="그룹 8"/>
            <p:cNvGrpSpPr>
              <a:grpSpLocks/>
            </p:cNvGrpSpPr>
            <p:nvPr/>
          </p:nvGrpSpPr>
          <p:grpSpPr>
            <a:xfrm>
              <a:off x="1469053" y="8332152"/>
              <a:ext cx="9575165" cy="2303145"/>
              <a:chOff x="1384300" y="8780145"/>
              <a:chExt cx="9575165" cy="2303145"/>
            </a:xfrm>
          </p:grpSpPr>
          <p:pic>
            <p:nvPicPr>
              <p:cNvPr id="7" name="Picture 7" descr="C:/Users/spml/AppData/Roaming/PolarisOffice/ETemp/20396_22951992/image18.png"/>
              <p:cNvPicPr>
                <a:picLocks noChangeAspect="1"/>
              </p:cNvPicPr>
              <p:nvPr/>
            </p:nvPicPr>
            <p:blipFill rotWithShape="1"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-326" b="50054"/>
              <a:stretch>
                <a:fillRect/>
              </a:stretch>
            </p:blipFill>
            <p:spPr>
              <a:xfrm>
                <a:off x="1384300" y="8780145"/>
                <a:ext cx="9556750" cy="1757680"/>
              </a:xfrm>
              <a:prstGeom prst="rect">
                <a:avLst/>
              </a:prstGeom>
              <a:noFill/>
            </p:spPr>
          </p:pic>
          <p:pic>
            <p:nvPicPr>
              <p:cNvPr id="20" name="그림 6" descr="C:/Users/spml/AppData/Roaming/PolarisOffice/ETemp/20396_22951992/image18.png"/>
              <p:cNvPicPr>
                <a:picLocks noChangeAspect="1"/>
              </p:cNvPicPr>
              <p:nvPr/>
            </p:nvPicPr>
            <p:blipFill rotWithShape="1"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7127" r="-360"/>
              <a:stretch>
                <a:fillRect/>
              </a:stretch>
            </p:blipFill>
            <p:spPr>
              <a:xfrm>
                <a:off x="1399540" y="10629900"/>
                <a:ext cx="9559925" cy="453390"/>
              </a:xfrm>
              <a:prstGeom prst="rect">
                <a:avLst/>
              </a:prstGeom>
              <a:noFill/>
            </p:spPr>
          </p:pic>
        </p:grpSp>
        <p:grpSp>
          <p:nvGrpSpPr>
            <p:cNvPr id="26" name="그룹 13"/>
            <p:cNvGrpSpPr>
              <a:grpSpLocks/>
            </p:cNvGrpSpPr>
            <p:nvPr/>
          </p:nvGrpSpPr>
          <p:grpSpPr>
            <a:xfrm>
              <a:off x="1564303" y="3211512"/>
              <a:ext cx="9629140" cy="2161540"/>
              <a:chOff x="1479550" y="3659505"/>
              <a:chExt cx="9629140" cy="2161540"/>
            </a:xfrm>
          </p:grpSpPr>
          <p:pic>
            <p:nvPicPr>
              <p:cNvPr id="5" name="Picture 5" descr="C:/Users/spml/AppData/Roaming/PolarisOffice/ETemp/20396_22951992/image16.png"/>
              <p:cNvPicPr>
                <a:picLocks noChangeAspect="1"/>
              </p:cNvPicPr>
              <p:nvPr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3083" r="47640" b="38149"/>
              <a:stretch>
                <a:fillRect/>
              </a:stretch>
            </p:blipFill>
            <p:spPr>
              <a:xfrm>
                <a:off x="1479550" y="4872355"/>
                <a:ext cx="4987925" cy="541655"/>
              </a:xfrm>
              <a:prstGeom prst="rect">
                <a:avLst/>
              </a:prstGeom>
              <a:noFill/>
            </p:spPr>
          </p:pic>
          <p:pic>
            <p:nvPicPr>
              <p:cNvPr id="24" name="그림 11" descr="C:/Users/spml/AppData/Roaming/PolarisOffice/ETemp/20396_22951992/image16.png"/>
              <p:cNvPicPr>
                <a:picLocks noChangeAspect="1"/>
              </p:cNvPicPr>
              <p:nvPr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7180"/>
              <a:stretch>
                <a:fillRect/>
              </a:stretch>
            </p:blipFill>
            <p:spPr>
              <a:xfrm>
                <a:off x="1480820" y="5450840"/>
                <a:ext cx="9525635" cy="370205"/>
              </a:xfrm>
              <a:prstGeom prst="rect">
                <a:avLst/>
              </a:prstGeom>
              <a:noFill/>
            </p:spPr>
          </p:pic>
          <p:pic>
            <p:nvPicPr>
              <p:cNvPr id="25" name="그림 12" descr="C:/Users/spml/AppData/Roaming/PolarisOffice/ETemp/20396_22951992/image16.png"/>
              <p:cNvPicPr>
                <a:picLocks noChangeAspect="1"/>
              </p:cNvPicPr>
              <p:nvPr/>
            </p:nvPicPr>
            <p:blipFill rotWithShape="1"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-940" b="58744"/>
              <a:stretch>
                <a:fillRect/>
              </a:stretch>
            </p:blipFill>
            <p:spPr>
              <a:xfrm>
                <a:off x="1493520" y="3659505"/>
                <a:ext cx="9615170" cy="1189990"/>
              </a:xfrm>
              <a:prstGeom prst="rect">
                <a:avLst/>
              </a:prstGeom>
              <a:noFill/>
            </p:spPr>
          </p:pic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F6E804-CFD7-2D96-A969-432764AC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" name="Picture 18" descr="C:/Users/spml/AppData/Roaming/PolarisOffice/ETemp/20396_22951992/image1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848995"/>
            <a:ext cx="4344035" cy="470535"/>
          </a:xfrm>
          <a:prstGeom prst="rect">
            <a:avLst/>
          </a:prstGeom>
          <a:noFill/>
        </p:spPr>
      </p:pic>
      <p:grpSp>
        <p:nvGrpSpPr>
          <p:cNvPr id="5" name="그룹 4"/>
          <p:cNvGrpSpPr/>
          <p:nvPr/>
        </p:nvGrpSpPr>
        <p:grpSpPr>
          <a:xfrm>
            <a:off x="1682750" y="2286317"/>
            <a:ext cx="21031835" cy="9500235"/>
            <a:chOff x="1682750" y="2705100"/>
            <a:chExt cx="21031835" cy="9500235"/>
          </a:xfrm>
        </p:grpSpPr>
        <p:pic>
          <p:nvPicPr>
            <p:cNvPr id="6" name="그림 16" descr="C:/Users/spml/AppData/Roaming/PolarisOffice/ETemp/20396_22951992/image30.png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2750" y="2705100"/>
              <a:ext cx="6782435" cy="1689735"/>
            </a:xfrm>
            <a:prstGeom prst="rect">
              <a:avLst/>
            </a:prstGeom>
            <a:noFill/>
          </p:spPr>
        </p:pic>
        <p:pic>
          <p:nvPicPr>
            <p:cNvPr id="7" name="그림 17" descr="C:/Users/spml/AppData/Roaming/PolarisOffice/ETemp/20396_22951992/image31.png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8350" y="3213100"/>
              <a:ext cx="15596235" cy="1016635"/>
            </a:xfrm>
            <a:prstGeom prst="rect">
              <a:avLst/>
            </a:prstGeom>
            <a:noFill/>
          </p:spPr>
        </p:pic>
        <p:pic>
          <p:nvPicPr>
            <p:cNvPr id="8" name="그림 18" descr="C:/Users/spml/AppData/Roaming/PolarisOffice/ETemp/20396_22951992/image32.png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9050" y="9486900"/>
              <a:ext cx="5474335" cy="1410335"/>
            </a:xfrm>
            <a:prstGeom prst="rect">
              <a:avLst/>
            </a:prstGeom>
            <a:noFill/>
          </p:spPr>
        </p:pic>
        <p:pic>
          <p:nvPicPr>
            <p:cNvPr id="9" name="그림 19" descr="C:/Users/spml/AppData/Roaming/PolarisOffice/ETemp/20396_22951992/image33.png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3550" y="5448300"/>
              <a:ext cx="2134235" cy="2134235"/>
            </a:xfrm>
            <a:prstGeom prst="rect">
              <a:avLst/>
            </a:prstGeom>
            <a:noFill/>
          </p:spPr>
        </p:pic>
        <p:pic>
          <p:nvPicPr>
            <p:cNvPr id="10" name="그림 20" descr="C:/Users/spml/AppData/Roaming/PolarisOffice/ETemp/20396_22951992/image34.png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7750" y="6032500"/>
              <a:ext cx="978535" cy="1003935"/>
            </a:xfrm>
            <a:prstGeom prst="rect">
              <a:avLst/>
            </a:prstGeom>
            <a:noFill/>
          </p:spPr>
        </p:pic>
        <p:pic>
          <p:nvPicPr>
            <p:cNvPr id="11" name="그림 21" descr="C:/Users/spml/AppData/Roaming/PolarisOffice/ETemp/20396_22951992/image35.png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00450" y="7988300"/>
              <a:ext cx="3493135" cy="1054735"/>
            </a:xfrm>
            <a:prstGeom prst="rect">
              <a:avLst/>
            </a:prstGeom>
            <a:noFill/>
          </p:spPr>
        </p:pic>
        <p:pic>
          <p:nvPicPr>
            <p:cNvPr id="12" name="그림 22" descr="C:/Users/spml/AppData/Roaming/PolarisOffice/ETemp/20396_22951992/image36.png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49550" y="11239500"/>
              <a:ext cx="5106035" cy="953135"/>
            </a:xfrm>
            <a:prstGeom prst="rect">
              <a:avLst/>
            </a:prstGeom>
            <a:noFill/>
          </p:spPr>
        </p:pic>
        <p:pic>
          <p:nvPicPr>
            <p:cNvPr id="13" name="그림 23" descr="C:/Users/spml/AppData/Roaming/PolarisOffice/ETemp/20396_22951992/image37.png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2950" y="11430000"/>
              <a:ext cx="4026535" cy="572135"/>
            </a:xfrm>
            <a:prstGeom prst="rect">
              <a:avLst/>
            </a:prstGeom>
            <a:noFill/>
          </p:spPr>
        </p:pic>
        <p:pic>
          <p:nvPicPr>
            <p:cNvPr id="14" name="그림 24" descr="C:/Users/spml/AppData/Roaming/PolarisOffice/ETemp/20396_22951992/image38.png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28150" y="9486900"/>
              <a:ext cx="5550535" cy="1410335"/>
            </a:xfrm>
            <a:prstGeom prst="rect">
              <a:avLst/>
            </a:prstGeom>
            <a:noFill/>
          </p:spPr>
        </p:pic>
        <p:pic>
          <p:nvPicPr>
            <p:cNvPr id="15" name="그림 25" descr="C:/Users/spml/AppData/Roaming/PolarisOffice/ETemp/20396_22951992/image39.png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44150" y="7988300"/>
              <a:ext cx="3493135" cy="1054735"/>
            </a:xfrm>
            <a:prstGeom prst="rect">
              <a:avLst/>
            </a:prstGeom>
            <a:noFill/>
          </p:spPr>
        </p:pic>
        <p:pic>
          <p:nvPicPr>
            <p:cNvPr id="16" name="그림 26" descr="C:/Users/spml/AppData/Roaming/PolarisOffice/ETemp/20396_22951992/image40.p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29950" y="5473700"/>
              <a:ext cx="2134235" cy="2134235"/>
            </a:xfrm>
            <a:prstGeom prst="rect">
              <a:avLst/>
            </a:prstGeom>
            <a:noFill/>
          </p:spPr>
        </p:pic>
        <p:pic>
          <p:nvPicPr>
            <p:cNvPr id="17" name="그림 27" descr="C:/Users/spml/AppData/Roaming/PolarisOffice/ETemp/20396_22951992/image41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14150" y="6057900"/>
              <a:ext cx="953135" cy="978535"/>
            </a:xfrm>
            <a:prstGeom prst="rect">
              <a:avLst/>
            </a:prstGeom>
            <a:noFill/>
          </p:spPr>
        </p:pic>
        <p:pic>
          <p:nvPicPr>
            <p:cNvPr id="18" name="그림 28" descr="C:/Users/spml/AppData/Roaming/PolarisOffice/ETemp/20396_22951992/image42.png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44050" y="11252200"/>
              <a:ext cx="5106035" cy="953135"/>
            </a:xfrm>
            <a:prstGeom prst="rect">
              <a:avLst/>
            </a:prstGeom>
            <a:noFill/>
          </p:spPr>
        </p:pic>
        <p:pic>
          <p:nvPicPr>
            <p:cNvPr id="19" name="그림 29" descr="C:/Users/spml/AppData/Roaming/PolarisOffice/ETemp/20396_22951992/image43.png"/>
            <p:cNvPicPr>
              <a:picLocks noChangeAspect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0150" y="11430000"/>
              <a:ext cx="4026535" cy="572135"/>
            </a:xfrm>
            <a:prstGeom prst="rect">
              <a:avLst/>
            </a:prstGeom>
            <a:noFill/>
          </p:spPr>
        </p:pic>
        <p:pic>
          <p:nvPicPr>
            <p:cNvPr id="20" name="그림 30" descr="C:/Users/spml/AppData/Roaming/PolarisOffice/ETemp/20396_22951992/image44.png"/>
            <p:cNvPicPr>
              <a:picLocks noChangeAspect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00450" y="9486900"/>
              <a:ext cx="5766435" cy="1410335"/>
            </a:xfrm>
            <a:prstGeom prst="rect">
              <a:avLst/>
            </a:prstGeom>
            <a:noFill/>
          </p:spPr>
        </p:pic>
        <p:pic>
          <p:nvPicPr>
            <p:cNvPr id="21" name="그림 31" descr="C:/Users/spml/AppData/Roaming/PolarisOffice/ETemp/20396_22951992/image45.png"/>
            <p:cNvPicPr>
              <a:picLocks noChangeAspect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03750" y="7988300"/>
              <a:ext cx="3493135" cy="1054735"/>
            </a:xfrm>
            <a:prstGeom prst="rect">
              <a:avLst/>
            </a:prstGeom>
            <a:noFill/>
          </p:spPr>
        </p:pic>
        <p:pic>
          <p:nvPicPr>
            <p:cNvPr id="22" name="그림 32" descr="C:/Users/spml/AppData/Roaming/PolarisOffice/ETemp/20396_22951992/image46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76850" y="5448300"/>
              <a:ext cx="2134235" cy="2134235"/>
            </a:xfrm>
            <a:prstGeom prst="rect">
              <a:avLst/>
            </a:prstGeom>
            <a:noFill/>
          </p:spPr>
        </p:pic>
        <p:pic>
          <p:nvPicPr>
            <p:cNvPr id="23" name="그림 33" descr="C:/Users/spml/AppData/Roaming/PolarisOffice/ETemp/20396_22951992/image47.png"/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86450" y="6146800"/>
              <a:ext cx="915035" cy="737235"/>
            </a:xfrm>
            <a:prstGeom prst="rect">
              <a:avLst/>
            </a:prstGeom>
            <a:noFill/>
          </p:spPr>
        </p:pic>
        <p:pic>
          <p:nvPicPr>
            <p:cNvPr id="24" name="그림 34" descr="C:/Users/spml/AppData/Roaming/PolarisOffice/ETemp/20396_22951992/image48.png"/>
            <p:cNvPicPr>
              <a:picLocks noChangeAspect="1"/>
            </p:cNvPicPr>
            <p:nvPr/>
          </p:nvPicPr>
          <p:blipFill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03650" y="11252200"/>
              <a:ext cx="5106035" cy="953135"/>
            </a:xfrm>
            <a:prstGeom prst="rect">
              <a:avLst/>
            </a:prstGeom>
            <a:noFill/>
          </p:spPr>
        </p:pic>
        <p:pic>
          <p:nvPicPr>
            <p:cNvPr id="25" name="그림 35" descr="C:/Users/spml/AppData/Roaming/PolarisOffice/ETemp/20396_22951992/image49.png"/>
            <p:cNvPicPr>
              <a:picLocks noChangeAspect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37050" y="11430000"/>
              <a:ext cx="4026535" cy="572135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2037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26" name="Picture 18" descr="C:/Users/spml/AppData/Roaming/PolarisOffice/ETemp/20396_22951992/image1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900" y="848995"/>
            <a:ext cx="4344035" cy="470535"/>
          </a:xfrm>
          <a:prstGeom prst="rect">
            <a:avLst/>
          </a:prstGeom>
          <a:noFill/>
        </p:spPr>
      </p:pic>
      <p:grpSp>
        <p:nvGrpSpPr>
          <p:cNvPr id="27" name="그룹 26"/>
          <p:cNvGrpSpPr/>
          <p:nvPr/>
        </p:nvGrpSpPr>
        <p:grpSpPr>
          <a:xfrm>
            <a:off x="1717039" y="2342022"/>
            <a:ext cx="20727035" cy="10026015"/>
            <a:chOff x="1256665" y="2647315"/>
            <a:chExt cx="20727035" cy="10026015"/>
          </a:xfrm>
        </p:grpSpPr>
        <p:pic>
          <p:nvPicPr>
            <p:cNvPr id="49" name="그림 100" descr="C:/Users/spml/AppData/Roaming/PolarisOffice/ETemp/20396_22951992/image51.png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48160" y="11918950"/>
              <a:ext cx="1530350" cy="675640"/>
            </a:xfrm>
            <a:prstGeom prst="rect">
              <a:avLst/>
            </a:prstGeom>
            <a:noFill/>
          </p:spPr>
        </p:pic>
        <p:pic>
          <p:nvPicPr>
            <p:cNvPr id="50" name="그림 101" descr="C:/Users/spml/AppData/Roaming/PolarisOffice/ETemp/20396_22951992/image52.png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3080" y="11961495"/>
              <a:ext cx="1687830" cy="665480"/>
            </a:xfrm>
            <a:prstGeom prst="rect">
              <a:avLst/>
            </a:prstGeom>
            <a:noFill/>
          </p:spPr>
        </p:pic>
        <p:pic>
          <p:nvPicPr>
            <p:cNvPr id="51" name="그림 102" descr="C:/Users/spml/AppData/Roaming/PolarisOffice/ETemp/20396_22951992/image53.png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6665" y="2647315"/>
              <a:ext cx="6008370" cy="772160"/>
            </a:xfrm>
            <a:prstGeom prst="rect">
              <a:avLst/>
            </a:prstGeom>
            <a:noFill/>
          </p:spPr>
        </p:pic>
        <p:pic>
          <p:nvPicPr>
            <p:cNvPr id="52" name="그림 103" descr="C:/Users/spml/AppData/Roaming/PolarisOffice/ETemp/20396_22951992/image54.png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375" y="3151505"/>
              <a:ext cx="2407920" cy="535940"/>
            </a:xfrm>
            <a:prstGeom prst="rect">
              <a:avLst/>
            </a:prstGeom>
            <a:noFill/>
          </p:spPr>
        </p:pic>
        <p:pic>
          <p:nvPicPr>
            <p:cNvPr id="53" name="그림 104" descr="C:/Users/spml/AppData/Roaming/PolarisOffice/ETemp/20396_22951992/image55.png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375" y="3804920"/>
              <a:ext cx="3769360" cy="1457960"/>
            </a:xfrm>
            <a:prstGeom prst="rect">
              <a:avLst/>
            </a:prstGeom>
            <a:noFill/>
          </p:spPr>
        </p:pic>
        <p:pic>
          <p:nvPicPr>
            <p:cNvPr id="54" name="그림 105" descr="C:/Users/spml/AppData/Roaming/PolarisOffice/ETemp/20396_22951992/image56.png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6855" y="3933825"/>
              <a:ext cx="3454400" cy="1211580"/>
            </a:xfrm>
            <a:prstGeom prst="rect">
              <a:avLst/>
            </a:prstGeom>
            <a:noFill/>
          </p:spPr>
        </p:pic>
        <p:pic>
          <p:nvPicPr>
            <p:cNvPr id="55" name="그림 106" descr="C:/Users/spml/AppData/Roaming/PolarisOffice/ETemp/20396_22951992/image57.png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2380" y="3804920"/>
              <a:ext cx="6751320" cy="1457960"/>
            </a:xfrm>
            <a:prstGeom prst="rect">
              <a:avLst/>
            </a:prstGeom>
            <a:noFill/>
          </p:spPr>
        </p:pic>
        <p:pic>
          <p:nvPicPr>
            <p:cNvPr id="56" name="그림 107" descr="C:/Users/spml/AppData/Roaming/PolarisOffice/ETemp/20396_22951992/image58.png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4072890"/>
              <a:ext cx="3442970" cy="535940"/>
            </a:xfrm>
            <a:prstGeom prst="rect">
              <a:avLst/>
            </a:prstGeom>
            <a:noFill/>
          </p:spPr>
        </p:pic>
        <p:pic>
          <p:nvPicPr>
            <p:cNvPr id="57" name="그림 108" descr="C:/Users/spml/AppData/Roaming/PolarisOffice/ETemp/20396_22951992/image59.png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78285" y="4651375"/>
              <a:ext cx="3420110" cy="300990"/>
            </a:xfrm>
            <a:prstGeom prst="rect">
              <a:avLst/>
            </a:prstGeom>
            <a:noFill/>
          </p:spPr>
        </p:pic>
        <p:pic>
          <p:nvPicPr>
            <p:cNvPr id="58" name="그림 109" descr="C:/Users/spml/AppData/Roaming/PolarisOffice/ETemp/20396_22951992/image60.png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14320" y="4233545"/>
              <a:ext cx="5681980" cy="612140"/>
            </a:xfrm>
            <a:prstGeom prst="rect">
              <a:avLst/>
            </a:prstGeom>
            <a:noFill/>
          </p:spPr>
        </p:pic>
        <p:pic>
          <p:nvPicPr>
            <p:cNvPr id="59" name="그림 110" descr="C:/Users/spml/AppData/Roaming/PolarisOffice/ETemp/20396_22951992/image61.png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375" y="5541645"/>
              <a:ext cx="3769360" cy="1457960"/>
            </a:xfrm>
            <a:prstGeom prst="rect">
              <a:avLst/>
            </a:prstGeom>
            <a:noFill/>
          </p:spPr>
        </p:pic>
        <p:pic>
          <p:nvPicPr>
            <p:cNvPr id="60" name="그림 111" descr="C:/Users/spml/AppData/Roaming/PolarisOffice/ETemp/20396_22951992/image62.png"/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6855" y="5669915"/>
              <a:ext cx="3454400" cy="1211580"/>
            </a:xfrm>
            <a:prstGeom prst="rect">
              <a:avLst/>
            </a:prstGeom>
            <a:noFill/>
          </p:spPr>
        </p:pic>
        <p:pic>
          <p:nvPicPr>
            <p:cNvPr id="61" name="그림 112" descr="C:/Users/spml/AppData/Roaming/PolarisOffice/ETemp/20396_22951992/image63.png"/>
            <p:cNvPicPr>
              <a:picLocks noChangeAspect="1"/>
            </p:cNvPicPr>
            <p:nvPr/>
          </p:nvPicPr>
          <p:blipFill rotWithShape="1"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2380" y="5541645"/>
              <a:ext cx="6751320" cy="1457960"/>
            </a:xfrm>
            <a:prstGeom prst="rect">
              <a:avLst/>
            </a:prstGeom>
            <a:noFill/>
          </p:spPr>
        </p:pic>
        <p:pic>
          <p:nvPicPr>
            <p:cNvPr id="62" name="그림 113" descr="C:/Users/spml/AppData/Roaming/PolarisOffice/ETemp/20396_22951992/image64.png"/>
            <p:cNvPicPr>
              <a:picLocks noChangeAspect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5809615"/>
              <a:ext cx="3442970" cy="535940"/>
            </a:xfrm>
            <a:prstGeom prst="rect">
              <a:avLst/>
            </a:prstGeom>
            <a:noFill/>
          </p:spPr>
        </p:pic>
        <p:pic>
          <p:nvPicPr>
            <p:cNvPr id="63" name="그림 114" descr="C:/Users/spml/AppData/Roaming/PolarisOffice/ETemp/20396_22951992/image65.png"/>
            <p:cNvPicPr>
              <a:picLocks noChangeAspect="1"/>
            </p:cNvPicPr>
            <p:nvPr/>
          </p:nvPicPr>
          <p:blipFill rotWithShape="1"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6388100"/>
              <a:ext cx="3442970" cy="300990"/>
            </a:xfrm>
            <a:prstGeom prst="rect">
              <a:avLst/>
            </a:prstGeom>
            <a:noFill/>
          </p:spPr>
        </p:pic>
        <p:pic>
          <p:nvPicPr>
            <p:cNvPr id="64" name="그림 115" descr="C:/Users/spml/AppData/Roaming/PolarisOffice/ETemp/20396_22951992/image66.png"/>
            <p:cNvPicPr>
              <a:picLocks noChangeAspect="1"/>
            </p:cNvPicPr>
            <p:nvPr/>
          </p:nvPicPr>
          <p:blipFill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14320" y="5969635"/>
              <a:ext cx="5681980" cy="612140"/>
            </a:xfrm>
            <a:prstGeom prst="rect">
              <a:avLst/>
            </a:prstGeom>
            <a:noFill/>
          </p:spPr>
        </p:pic>
        <p:pic>
          <p:nvPicPr>
            <p:cNvPr id="65" name="그림 116" descr="C:/Users/spml/AppData/Roaming/PolarisOffice/ETemp/20396_22951992/image67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375" y="7288530"/>
              <a:ext cx="3769360" cy="1457960"/>
            </a:xfrm>
            <a:prstGeom prst="rect">
              <a:avLst/>
            </a:prstGeom>
            <a:noFill/>
          </p:spPr>
        </p:pic>
        <p:pic>
          <p:nvPicPr>
            <p:cNvPr id="66" name="그림 117" descr="C:/Users/spml/AppData/Roaming/PolarisOffice/ETemp/20396_22951992/image68.png"/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6855" y="7416800"/>
              <a:ext cx="3454400" cy="1211580"/>
            </a:xfrm>
            <a:prstGeom prst="rect">
              <a:avLst/>
            </a:prstGeom>
            <a:noFill/>
          </p:spPr>
        </p:pic>
        <p:pic>
          <p:nvPicPr>
            <p:cNvPr id="67" name="그림 118" descr="C:/Users/spml/AppData/Roaming/PolarisOffice/ETemp/20396_22951992/image69.png"/>
            <p:cNvPicPr>
              <a:picLocks noChangeAspect="1"/>
            </p:cNvPicPr>
            <p:nvPr/>
          </p:nvPicPr>
          <p:blipFill rotWithShape="1"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2380" y="7288530"/>
              <a:ext cx="6751320" cy="1457960"/>
            </a:xfrm>
            <a:prstGeom prst="rect">
              <a:avLst/>
            </a:prstGeom>
            <a:noFill/>
          </p:spPr>
        </p:pic>
        <p:pic>
          <p:nvPicPr>
            <p:cNvPr id="68" name="그림 119" descr="C:/Users/spml/AppData/Roaming/PolarisOffice/ETemp/20396_22951992/image70.png"/>
            <p:cNvPicPr>
              <a:picLocks noChangeAspect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7545705"/>
              <a:ext cx="3442970" cy="535940"/>
            </a:xfrm>
            <a:prstGeom prst="rect">
              <a:avLst/>
            </a:prstGeom>
            <a:noFill/>
          </p:spPr>
        </p:pic>
        <p:pic>
          <p:nvPicPr>
            <p:cNvPr id="69" name="그림 120" descr="C:/Users/spml/AppData/Roaming/PolarisOffice/ETemp/20396_22951992/image71.png"/>
            <p:cNvPicPr>
              <a:picLocks noChangeAspect="1"/>
            </p:cNvPicPr>
            <p:nvPr/>
          </p:nvPicPr>
          <p:blipFill rotWithShape="1"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8134985"/>
              <a:ext cx="3442970" cy="300990"/>
            </a:xfrm>
            <a:prstGeom prst="rect">
              <a:avLst/>
            </a:prstGeom>
            <a:noFill/>
          </p:spPr>
        </p:pic>
        <p:pic>
          <p:nvPicPr>
            <p:cNvPr id="70" name="그림 121" descr="C:/Users/spml/AppData/Roaming/PolarisOffice/ETemp/20396_22951992/image72.png"/>
            <p:cNvPicPr>
              <a:picLocks noChangeAspect="1"/>
            </p:cNvPicPr>
            <p:nvPr/>
          </p:nvPicPr>
          <p:blipFill rotWithShape="1"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14320" y="7716520"/>
              <a:ext cx="5681980" cy="612140"/>
            </a:xfrm>
            <a:prstGeom prst="rect">
              <a:avLst/>
            </a:prstGeom>
            <a:noFill/>
          </p:spPr>
        </p:pic>
        <p:pic>
          <p:nvPicPr>
            <p:cNvPr id="71" name="그림 122" descr="C:/Users/spml/AppData/Roaming/PolarisOffice/ETemp/20396_22951992/image73.png"/>
            <p:cNvPicPr>
              <a:picLocks noChangeAspect="1"/>
            </p:cNvPicPr>
            <p:nvPr/>
          </p:nvPicPr>
          <p:blipFill rotWithShape="1">
            <a:blip r:embed="rId2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9375" y="9025255"/>
              <a:ext cx="3769360" cy="1457960"/>
            </a:xfrm>
            <a:prstGeom prst="rect">
              <a:avLst/>
            </a:prstGeom>
            <a:noFill/>
          </p:spPr>
        </p:pic>
        <p:pic>
          <p:nvPicPr>
            <p:cNvPr id="72" name="그림 123" descr="C:/Users/spml/AppData/Roaming/PolarisOffice/ETemp/20396_22951992/image68.png"/>
            <p:cNvPicPr>
              <a:picLocks noChangeAspect="1"/>
            </p:cNvPicPr>
            <p:nvPr/>
          </p:nvPicPr>
          <p:blipFill rotWithShape="1"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6855" y="9153525"/>
              <a:ext cx="3454400" cy="1211580"/>
            </a:xfrm>
            <a:prstGeom prst="rect">
              <a:avLst/>
            </a:prstGeom>
            <a:noFill/>
          </p:spPr>
        </p:pic>
        <p:pic>
          <p:nvPicPr>
            <p:cNvPr id="73" name="그림 124" descr="C:/Users/spml/AppData/Roaming/PolarisOffice/ETemp/20396_22951992/image74.png"/>
            <p:cNvPicPr>
              <a:picLocks noChangeAspect="1"/>
            </p:cNvPicPr>
            <p:nvPr/>
          </p:nvPicPr>
          <p:blipFill rotWithShape="1">
            <a:blip r:embed="rId2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32380" y="9025255"/>
              <a:ext cx="6751320" cy="1457960"/>
            </a:xfrm>
            <a:prstGeom prst="rect">
              <a:avLst/>
            </a:prstGeom>
            <a:noFill/>
          </p:spPr>
        </p:pic>
        <p:pic>
          <p:nvPicPr>
            <p:cNvPr id="74" name="그림 125" descr="C:/Users/spml/AppData/Roaming/PolarisOffice/ETemp/20396_22951992/image75.png"/>
            <p:cNvPicPr>
              <a:picLocks noChangeAspect="1"/>
            </p:cNvPicPr>
            <p:nvPr/>
          </p:nvPicPr>
          <p:blipFill rotWithShape="1"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9282430"/>
              <a:ext cx="3442970" cy="535940"/>
            </a:xfrm>
            <a:prstGeom prst="rect">
              <a:avLst/>
            </a:prstGeom>
            <a:noFill/>
          </p:spPr>
        </p:pic>
        <p:pic>
          <p:nvPicPr>
            <p:cNvPr id="75" name="그림 126" descr="C:/Users/spml/AppData/Roaming/PolarisOffice/ETemp/20396_22951992/image76.png"/>
            <p:cNvPicPr>
              <a:picLocks noChangeAspect="1"/>
            </p:cNvPicPr>
            <p:nvPr/>
          </p:nvPicPr>
          <p:blipFill rotWithShape="1">
            <a:blip r:embed="rId2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55425" y="9871075"/>
              <a:ext cx="3442970" cy="300990"/>
            </a:xfrm>
            <a:prstGeom prst="rect">
              <a:avLst/>
            </a:prstGeom>
            <a:noFill/>
          </p:spPr>
        </p:pic>
        <p:pic>
          <p:nvPicPr>
            <p:cNvPr id="76" name="그림 127" descr="C:/Users/spml/AppData/Roaming/PolarisOffice/ETemp/20396_22951992/image77.png"/>
            <p:cNvPicPr>
              <a:picLocks noChangeAspect="1"/>
            </p:cNvPicPr>
            <p:nvPr/>
          </p:nvPicPr>
          <p:blipFill rotWithShape="1"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14320" y="9453245"/>
              <a:ext cx="5681980" cy="612140"/>
            </a:xfrm>
            <a:prstGeom prst="rect">
              <a:avLst/>
            </a:prstGeom>
            <a:noFill/>
          </p:spPr>
        </p:pic>
        <p:pic>
          <p:nvPicPr>
            <p:cNvPr id="77" name="그림 128" descr="C:/Users/spml/AppData/Roaming/PolarisOffice/ETemp/20396_22951992/image78.png"/>
            <p:cNvPicPr>
              <a:picLocks noChangeAspect="1"/>
            </p:cNvPicPr>
            <p:nvPr/>
          </p:nvPicPr>
          <p:blipFill rotWithShape="1"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08740" y="10772140"/>
              <a:ext cx="3578860" cy="535940"/>
            </a:xfrm>
            <a:prstGeom prst="rect">
              <a:avLst/>
            </a:prstGeom>
            <a:noFill/>
          </p:spPr>
        </p:pic>
        <p:pic>
          <p:nvPicPr>
            <p:cNvPr id="78" name="그림 129" descr="C:/Users/spml/AppData/Roaming/PolarisOffice/ETemp/20396_22951992/image79.png"/>
            <p:cNvPicPr>
              <a:picLocks noChangeAspect="1"/>
            </p:cNvPicPr>
            <p:nvPr/>
          </p:nvPicPr>
          <p:blipFill rotWithShape="1">
            <a:blip r:embed="rId3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925300" y="11414760"/>
              <a:ext cx="1136650" cy="300990"/>
            </a:xfrm>
            <a:prstGeom prst="rect">
              <a:avLst/>
            </a:prstGeom>
            <a:noFill/>
          </p:spPr>
        </p:pic>
        <p:pic>
          <p:nvPicPr>
            <p:cNvPr id="79" name="그림 130" descr="C:/Users/spml/AppData/Roaming/PolarisOffice/ETemp/20396_22951992/image80.png"/>
            <p:cNvPicPr>
              <a:picLocks noChangeAspect="1"/>
            </p:cNvPicPr>
            <p:nvPr/>
          </p:nvPicPr>
          <p:blipFill rotWithShape="1"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8020" y="12058015"/>
              <a:ext cx="1530350" cy="375920"/>
            </a:xfrm>
            <a:prstGeom prst="rect">
              <a:avLst/>
            </a:prstGeom>
            <a:noFill/>
          </p:spPr>
        </p:pic>
        <p:pic>
          <p:nvPicPr>
            <p:cNvPr id="80" name="그림 131" descr="C:/Users/spml/AppData/Roaming/PolarisOffice/ETemp/20396_22951992/image81.png"/>
            <p:cNvPicPr>
              <a:picLocks noChangeAspect="1"/>
            </p:cNvPicPr>
            <p:nvPr/>
          </p:nvPicPr>
          <p:blipFill rotWithShape="1"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08020" y="11414760"/>
              <a:ext cx="1136650" cy="300990"/>
            </a:xfrm>
            <a:prstGeom prst="rect">
              <a:avLst/>
            </a:prstGeom>
            <a:noFill/>
          </p:spPr>
        </p:pic>
        <p:pic>
          <p:nvPicPr>
            <p:cNvPr id="81" name="그림 132" descr="C:/Users/spml/AppData/Roaming/PolarisOffice/ETemp/20396_22951992/image82.png"/>
            <p:cNvPicPr>
              <a:picLocks noChangeAspect="1"/>
            </p:cNvPicPr>
            <p:nvPr/>
          </p:nvPicPr>
          <p:blipFill rotWithShape="1">
            <a:blip r:embed="rId3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02250" y="3405505"/>
              <a:ext cx="2442210" cy="1276350"/>
            </a:xfrm>
            <a:prstGeom prst="rect">
              <a:avLst/>
            </a:prstGeom>
            <a:noFill/>
          </p:spPr>
        </p:pic>
        <p:pic>
          <p:nvPicPr>
            <p:cNvPr id="82" name="그림 133" descr="C:/Users/spml/AppData/Roaming/PolarisOffice/ETemp/20396_22951992/image83.png"/>
            <p:cNvPicPr>
              <a:picLocks noChangeAspect="1"/>
            </p:cNvPicPr>
            <p:nvPr/>
          </p:nvPicPr>
          <p:blipFill rotWithShape="1">
            <a:blip r:embed="rId3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3740" y="3643630"/>
              <a:ext cx="1508760" cy="762000"/>
            </a:xfrm>
            <a:prstGeom prst="rect">
              <a:avLst/>
            </a:prstGeom>
            <a:noFill/>
          </p:spPr>
        </p:pic>
        <p:pic>
          <p:nvPicPr>
            <p:cNvPr id="83" name="그림 134" descr="C:/Users/spml/AppData/Roaming/PolarisOffice/ETemp/20396_22951992/image84.png"/>
            <p:cNvPicPr>
              <a:picLocks noChangeAspect="1"/>
            </p:cNvPicPr>
            <p:nvPr/>
          </p:nvPicPr>
          <p:blipFill rotWithShape="1">
            <a:blip r:embed="rId3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9585" y="5168900"/>
              <a:ext cx="2847340" cy="1532890"/>
            </a:xfrm>
            <a:prstGeom prst="rect">
              <a:avLst/>
            </a:prstGeom>
            <a:noFill/>
          </p:spPr>
        </p:pic>
        <p:pic>
          <p:nvPicPr>
            <p:cNvPr id="84" name="그림 135" descr="C:/Users/spml/AppData/Roaming/PolarisOffice/ETemp/20396_22951992/image85.png"/>
            <p:cNvPicPr>
              <a:picLocks noChangeAspect="1"/>
            </p:cNvPicPr>
            <p:nvPr/>
          </p:nvPicPr>
          <p:blipFill rotWithShape="1"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7295" y="5627370"/>
              <a:ext cx="1508760" cy="654050"/>
            </a:xfrm>
            <a:prstGeom prst="rect">
              <a:avLst/>
            </a:prstGeom>
            <a:noFill/>
          </p:spPr>
        </p:pic>
        <p:pic>
          <p:nvPicPr>
            <p:cNvPr id="85" name="그림 136" descr="C:/Users/spml/AppData/Roaming/PolarisOffice/ETemp/20396_22951992/image86.png"/>
            <p:cNvPicPr>
              <a:picLocks noChangeAspect="1"/>
            </p:cNvPicPr>
            <p:nvPr/>
          </p:nvPicPr>
          <p:blipFill rotWithShape="1">
            <a:blip r:embed="rId3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99630" y="5187950"/>
              <a:ext cx="2847340" cy="1532890"/>
            </a:xfrm>
            <a:prstGeom prst="rect">
              <a:avLst/>
            </a:prstGeom>
            <a:noFill/>
          </p:spPr>
        </p:pic>
        <p:pic>
          <p:nvPicPr>
            <p:cNvPr id="86" name="그림 137" descr="C:/Users/spml/AppData/Roaming/PolarisOffice/ETemp/20396_22951992/image87.png"/>
            <p:cNvPicPr>
              <a:picLocks noChangeAspect="1"/>
            </p:cNvPicPr>
            <p:nvPr/>
          </p:nvPicPr>
          <p:blipFill rotWithShape="1">
            <a:blip r:embed="rId4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8290" y="5627370"/>
              <a:ext cx="1508760" cy="654050"/>
            </a:xfrm>
            <a:prstGeom prst="rect">
              <a:avLst/>
            </a:prstGeom>
            <a:noFill/>
          </p:spPr>
        </p:pic>
        <p:pic>
          <p:nvPicPr>
            <p:cNvPr id="87" name="그림 138" descr="C:/Users/spml/AppData/Roaming/PolarisOffice/ETemp/20396_22951992/image88.png"/>
            <p:cNvPicPr>
              <a:picLocks noChangeAspect="1"/>
            </p:cNvPicPr>
            <p:nvPr/>
          </p:nvPicPr>
          <p:blipFill rotWithShape="1">
            <a:blip r:embed="rId4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7205" y="7116445"/>
              <a:ext cx="2847340" cy="1244600"/>
            </a:xfrm>
            <a:prstGeom prst="rect">
              <a:avLst/>
            </a:prstGeom>
            <a:noFill/>
          </p:spPr>
        </p:pic>
        <p:pic>
          <p:nvPicPr>
            <p:cNvPr id="88" name="그림 139" descr="C:/Users/spml/AppData/Roaming/PolarisOffice/ETemp/20396_22951992/image89.png"/>
            <p:cNvPicPr>
              <a:picLocks noChangeAspect="1"/>
            </p:cNvPicPr>
            <p:nvPr/>
          </p:nvPicPr>
          <p:blipFill rotWithShape="1">
            <a:blip r:embed="rId4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18510" y="7534910"/>
              <a:ext cx="2284730" cy="386080"/>
            </a:xfrm>
            <a:prstGeom prst="rect">
              <a:avLst/>
            </a:prstGeom>
            <a:noFill/>
          </p:spPr>
        </p:pic>
        <p:pic>
          <p:nvPicPr>
            <p:cNvPr id="89" name="그림 140" descr="C:/Users/spml/AppData/Roaming/PolarisOffice/ETemp/20396_22951992/image90.png"/>
            <p:cNvPicPr>
              <a:picLocks noChangeAspect="1"/>
            </p:cNvPicPr>
            <p:nvPr/>
          </p:nvPicPr>
          <p:blipFill rotWithShape="1">
            <a:blip r:embed="rId4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17135" y="8745855"/>
              <a:ext cx="2847340" cy="1244600"/>
            </a:xfrm>
            <a:prstGeom prst="rect">
              <a:avLst/>
            </a:prstGeom>
            <a:noFill/>
          </p:spPr>
        </p:pic>
        <p:pic>
          <p:nvPicPr>
            <p:cNvPr id="90" name="그림 141" descr="C:/Users/spml/AppData/Roaming/PolarisOffice/ETemp/20396_22951992/image91.png"/>
            <p:cNvPicPr>
              <a:picLocks noChangeAspect="1"/>
            </p:cNvPicPr>
            <p:nvPr/>
          </p:nvPicPr>
          <p:blipFill rotWithShape="1">
            <a:blip r:embed="rId4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98440" y="9206865"/>
              <a:ext cx="2284730" cy="386080"/>
            </a:xfrm>
            <a:prstGeom prst="rect">
              <a:avLst/>
            </a:prstGeom>
            <a:noFill/>
          </p:spPr>
        </p:pic>
        <p:pic>
          <p:nvPicPr>
            <p:cNvPr id="91" name="그림 142" descr="C:/Users/spml/AppData/Roaming/PolarisOffice/ETemp/20396_22951992/image92.png"/>
            <p:cNvPicPr>
              <a:picLocks noChangeAspect="1"/>
            </p:cNvPicPr>
            <p:nvPr/>
          </p:nvPicPr>
          <p:blipFill rotWithShape="1">
            <a:blip r:embed="rId4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6535" y="10771505"/>
              <a:ext cx="3218180" cy="1223010"/>
            </a:xfrm>
            <a:prstGeom prst="rect">
              <a:avLst/>
            </a:prstGeom>
            <a:noFill/>
          </p:spPr>
        </p:pic>
        <p:pic>
          <p:nvPicPr>
            <p:cNvPr id="92" name="그림 143" descr="C:/Users/spml/AppData/Roaming/PolarisOffice/ETemp/20396_22951992/image93.png"/>
            <p:cNvPicPr>
              <a:picLocks noChangeAspect="1"/>
            </p:cNvPicPr>
            <p:nvPr/>
          </p:nvPicPr>
          <p:blipFill rotWithShape="1">
            <a:blip r:embed="rId4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8340" y="11189970"/>
              <a:ext cx="2374900" cy="386080"/>
            </a:xfrm>
            <a:prstGeom prst="rect">
              <a:avLst/>
            </a:prstGeom>
            <a:noFill/>
          </p:spPr>
        </p:pic>
        <p:pic>
          <p:nvPicPr>
            <p:cNvPr id="93" name="그림 144" descr="C:/Users/spml/AppData/Roaming/PolarisOffice/ETemp/20396_22951992/image94.png"/>
            <p:cNvPicPr>
              <a:picLocks noChangeAspect="1"/>
            </p:cNvPicPr>
            <p:nvPr/>
          </p:nvPicPr>
          <p:blipFill rotWithShape="1">
            <a:blip r:embed="rId4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7530" y="10771505"/>
              <a:ext cx="3218180" cy="1223010"/>
            </a:xfrm>
            <a:prstGeom prst="rect">
              <a:avLst/>
            </a:prstGeom>
            <a:noFill/>
          </p:spPr>
        </p:pic>
        <p:pic>
          <p:nvPicPr>
            <p:cNvPr id="94" name="그림 145" descr="C:/Users/spml/AppData/Roaming/PolarisOffice/ETemp/20396_22951992/image95.png"/>
            <p:cNvPicPr>
              <a:picLocks noChangeAspect="1"/>
            </p:cNvPicPr>
            <p:nvPr/>
          </p:nvPicPr>
          <p:blipFill rotWithShape="1">
            <a:blip r:embed="rId4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1400" y="11189970"/>
              <a:ext cx="2374900" cy="386080"/>
            </a:xfrm>
            <a:prstGeom prst="rect">
              <a:avLst/>
            </a:prstGeom>
            <a:noFill/>
          </p:spPr>
        </p:pic>
        <p:pic>
          <p:nvPicPr>
            <p:cNvPr id="95" name="그림 146" descr="C:/Users/spml/AppData/Roaming/PolarisOffice/ETemp/20396_22951992/image96.png"/>
            <p:cNvPicPr>
              <a:picLocks noChangeAspect="1"/>
            </p:cNvPicPr>
            <p:nvPr/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6590" y="4876800"/>
              <a:ext cx="4163060" cy="33020"/>
            </a:xfrm>
            <a:prstGeom prst="rect">
              <a:avLst/>
            </a:prstGeom>
            <a:noFill/>
          </p:spPr>
        </p:pic>
        <p:pic>
          <p:nvPicPr>
            <p:cNvPr id="96" name="그림 147" descr="C:/Users/spml/AppData/Roaming/PolarisOffice/ETemp/20396_22951992/image97.png"/>
            <p:cNvPicPr>
              <a:picLocks noChangeAspect="1"/>
            </p:cNvPicPr>
            <p:nvPr/>
          </p:nvPicPr>
          <p:blipFill rotWithShape="1"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340000">
              <a:off x="4309110" y="4984115"/>
              <a:ext cx="326390" cy="107950"/>
            </a:xfrm>
            <a:prstGeom prst="rect">
              <a:avLst/>
            </a:prstGeom>
            <a:noFill/>
          </p:spPr>
        </p:pic>
        <p:pic>
          <p:nvPicPr>
            <p:cNvPr id="97" name="그림 148" descr="C:/Users/spml/AppData/Roaming/PolarisOffice/ETemp/20396_22951992/image97.png"/>
            <p:cNvPicPr>
              <a:picLocks noChangeAspect="1"/>
            </p:cNvPicPr>
            <p:nvPr/>
          </p:nvPicPr>
          <p:blipFill rotWithShape="1">
            <a:blip r:embed="rId5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340000">
              <a:off x="8460105" y="4984115"/>
              <a:ext cx="326390" cy="107950"/>
            </a:xfrm>
            <a:prstGeom prst="rect">
              <a:avLst/>
            </a:prstGeom>
            <a:noFill/>
          </p:spPr>
        </p:pic>
        <p:pic>
          <p:nvPicPr>
            <p:cNvPr id="98" name="그림 149" descr="C:/Users/spml/AppData/Roaming/PolarisOffice/ETemp/20396_22951992/image98.png"/>
            <p:cNvPicPr>
              <a:picLocks noChangeAspect="1"/>
            </p:cNvPicPr>
            <p:nvPr/>
          </p:nvPicPr>
          <p:blipFill rotWithShape="1">
            <a:blip r:embed="rId5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264025" y="6859270"/>
              <a:ext cx="416560" cy="107950"/>
            </a:xfrm>
            <a:prstGeom prst="rect">
              <a:avLst/>
            </a:prstGeom>
            <a:noFill/>
          </p:spPr>
        </p:pic>
        <p:pic>
          <p:nvPicPr>
            <p:cNvPr id="99" name="그림 150" descr="C:/Users/spml/AppData/Roaming/PolarisOffice/ETemp/20396_22951992/image99.png"/>
            <p:cNvPicPr>
              <a:picLocks noChangeAspect="1"/>
            </p:cNvPicPr>
            <p:nvPr/>
          </p:nvPicPr>
          <p:blipFill rotWithShape="1">
            <a:blip r:embed="rId5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222490" y="8038465"/>
              <a:ext cx="2801620" cy="33020"/>
            </a:xfrm>
            <a:prstGeom prst="rect">
              <a:avLst/>
            </a:prstGeom>
            <a:noFill/>
          </p:spPr>
        </p:pic>
        <p:pic>
          <p:nvPicPr>
            <p:cNvPr id="100" name="그림 151" descr="C:/Users/spml/AppData/Roaming/PolarisOffice/ETemp/20396_22951992/image100.png"/>
            <p:cNvPicPr>
              <a:picLocks noChangeAspect="1"/>
            </p:cNvPicPr>
            <p:nvPr/>
          </p:nvPicPr>
          <p:blipFill rotWithShape="1"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7863840" y="9314180"/>
              <a:ext cx="765810" cy="107950"/>
            </a:xfrm>
            <a:prstGeom prst="rect">
              <a:avLst/>
            </a:prstGeom>
            <a:noFill/>
          </p:spPr>
        </p:pic>
        <p:pic>
          <p:nvPicPr>
            <p:cNvPr id="101" name="그림 152" descr="C:/Users/spml/AppData/Roaming/PolarisOffice/ETemp/20396_22951992/image101.png"/>
            <p:cNvPicPr>
              <a:picLocks noChangeAspect="1"/>
            </p:cNvPicPr>
            <p:nvPr/>
          </p:nvPicPr>
          <p:blipFill rotWithShape="1">
            <a:blip r:embed="rId5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937635" y="8842375"/>
              <a:ext cx="1057910" cy="33020"/>
            </a:xfrm>
            <a:prstGeom prst="rect">
              <a:avLst/>
            </a:prstGeom>
            <a:noFill/>
          </p:spPr>
        </p:pic>
        <p:pic>
          <p:nvPicPr>
            <p:cNvPr id="102" name="그림 153" descr="C:/Users/spml/AppData/Roaming/PolarisOffice/ETemp/20396_22951992/image102.png"/>
            <p:cNvPicPr>
              <a:picLocks noChangeAspect="1"/>
            </p:cNvPicPr>
            <p:nvPr/>
          </p:nvPicPr>
          <p:blipFill rotWithShape="1">
            <a:blip r:embed="rId5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3730" y="9314180"/>
              <a:ext cx="574040" cy="107950"/>
            </a:xfrm>
            <a:prstGeom prst="rect">
              <a:avLst/>
            </a:prstGeom>
            <a:noFill/>
          </p:spPr>
        </p:pic>
        <p:pic>
          <p:nvPicPr>
            <p:cNvPr id="103" name="그림 154" descr="C:/Users/spml/AppData/Roaming/PolarisOffice/ETemp/20396_22951992/image103.png"/>
            <p:cNvPicPr>
              <a:picLocks noChangeAspect="1"/>
            </p:cNvPicPr>
            <p:nvPr/>
          </p:nvPicPr>
          <p:blipFill rotWithShape="1">
            <a:blip r:embed="rId5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196715" y="10535920"/>
              <a:ext cx="337820" cy="107950"/>
            </a:xfrm>
            <a:prstGeom prst="rect">
              <a:avLst/>
            </a:prstGeom>
            <a:noFill/>
          </p:spPr>
        </p:pic>
        <p:pic>
          <p:nvPicPr>
            <p:cNvPr id="104" name="그림 155" descr="C:/Users/spml/AppData/Roaming/PolarisOffice/ETemp/20396_22951992/image103.png"/>
            <p:cNvPicPr>
              <a:picLocks noChangeAspect="1"/>
            </p:cNvPicPr>
            <p:nvPr/>
          </p:nvPicPr>
          <p:blipFill rotWithShape="1">
            <a:blip r:embed="rId5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8347710" y="10535920"/>
              <a:ext cx="337820" cy="107950"/>
            </a:xfrm>
            <a:prstGeom prst="rect">
              <a:avLst/>
            </a:prstGeom>
            <a:noFill/>
          </p:spPr>
        </p:pic>
        <p:pic>
          <p:nvPicPr>
            <p:cNvPr id="105" name="그림 156" descr="C:/Users/spml/AppData/Roaming/PolarisOffice/ETemp/20396_22951992/image96.png"/>
            <p:cNvPicPr>
              <a:picLocks noChangeAspect="1"/>
            </p:cNvPicPr>
            <p:nvPr/>
          </p:nvPicPr>
          <p:blipFill rotWithShape="1">
            <a:blip r:embed="rId4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64990" y="10428605"/>
              <a:ext cx="4163060" cy="33020"/>
            </a:xfrm>
            <a:prstGeom prst="rect">
              <a:avLst/>
            </a:prstGeom>
            <a:noFill/>
          </p:spPr>
        </p:pic>
        <p:pic>
          <p:nvPicPr>
            <p:cNvPr id="106" name="그림 157" descr="C:/Users/spml/AppData/Roaming/PolarisOffice/ETemp/20396_22951992/image104.png"/>
            <p:cNvPicPr>
              <a:picLocks noChangeAspect="1"/>
            </p:cNvPicPr>
            <p:nvPr/>
          </p:nvPicPr>
          <p:blipFill rotWithShape="1"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6221095" y="10193020"/>
              <a:ext cx="450850" cy="33020"/>
            </a:xfrm>
            <a:prstGeom prst="rect">
              <a:avLst/>
            </a:prstGeom>
            <a:noFill/>
          </p:spPr>
        </p:pic>
        <p:pic>
          <p:nvPicPr>
            <p:cNvPr id="107" name="그림 158" descr="C:/Users/spml/AppData/Roaming/PolarisOffice/ETemp/20396_22951992/image105.png"/>
            <p:cNvPicPr>
              <a:picLocks noChangeAspect="1"/>
            </p:cNvPicPr>
            <p:nvPr/>
          </p:nvPicPr>
          <p:blipFill rotWithShape="1">
            <a:blip r:embed="rId5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220000">
              <a:off x="6435090" y="4769485"/>
              <a:ext cx="237490" cy="33020"/>
            </a:xfrm>
            <a:prstGeom prst="rect">
              <a:avLst/>
            </a:prstGeom>
            <a:noFill/>
          </p:spPr>
        </p:pic>
        <p:pic>
          <p:nvPicPr>
            <p:cNvPr id="108" name="그림 159" descr="C:/Users/spml/AppData/Roaming/PolarisOffice/ETemp/20396_22951992/image106.png"/>
            <p:cNvPicPr>
              <a:picLocks noChangeAspect="1"/>
            </p:cNvPicPr>
            <p:nvPr/>
          </p:nvPicPr>
          <p:blipFill rotWithShape="1">
            <a:blip r:embed="rId5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293080" y="11414760"/>
              <a:ext cx="1136650" cy="300990"/>
            </a:xfrm>
            <a:prstGeom prst="rect">
              <a:avLst/>
            </a:prstGeom>
            <a:noFill/>
          </p:spPr>
        </p:pic>
        <p:pic>
          <p:nvPicPr>
            <p:cNvPr id="109" name="그림 160" descr="C:/Users/spml/AppData/Roaming/PolarisOffice/ETemp/20396_22951992/image107.png"/>
            <p:cNvPicPr>
              <a:picLocks noChangeAspect="1"/>
            </p:cNvPicPr>
            <p:nvPr/>
          </p:nvPicPr>
          <p:blipFill rotWithShape="1"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46785" y="11918315"/>
              <a:ext cx="1553210" cy="665480"/>
            </a:xfrm>
            <a:prstGeom prst="rect">
              <a:avLst/>
            </a:prstGeom>
            <a:noFill/>
          </p:spPr>
        </p:pic>
        <p:pic>
          <p:nvPicPr>
            <p:cNvPr id="110" name="그림 161" descr="C:/Users/spml/AppData/Roaming/PolarisOffice/ETemp/20396_22951992/image108.png"/>
            <p:cNvPicPr>
              <a:picLocks noChangeAspect="1"/>
            </p:cNvPicPr>
            <p:nvPr/>
          </p:nvPicPr>
          <p:blipFill rotWithShape="1">
            <a:blip r:embed="rId6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95870" y="11886565"/>
              <a:ext cx="1687830" cy="728980"/>
            </a:xfrm>
            <a:prstGeom prst="rect">
              <a:avLst/>
            </a:prstGeom>
            <a:noFill/>
          </p:spPr>
        </p:pic>
        <p:pic>
          <p:nvPicPr>
            <p:cNvPr id="111" name="그림 162" descr="C:/Users/spml/AppData/Roaming/PolarisOffice/ETemp/20396_22951992/image109.png"/>
            <p:cNvPicPr>
              <a:picLocks noChangeAspect="1"/>
            </p:cNvPicPr>
            <p:nvPr/>
          </p:nvPicPr>
          <p:blipFill rotWithShape="1">
            <a:blip r:embed="rId6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4816455" y="11972290"/>
              <a:ext cx="1272540" cy="129540"/>
            </a:xfrm>
            <a:prstGeom prst="rect">
              <a:avLst/>
            </a:prstGeom>
            <a:noFill/>
          </p:spPr>
        </p:pic>
        <p:pic>
          <p:nvPicPr>
            <p:cNvPr id="112" name="그림 163" descr="C:/Users/spml/AppData/Roaming/PolarisOffice/ETemp/20396_22951992/image109.png"/>
            <p:cNvPicPr>
              <a:picLocks noChangeAspect="1"/>
            </p:cNvPicPr>
            <p:nvPr/>
          </p:nvPicPr>
          <p:blipFill rotWithShape="1">
            <a:blip r:embed="rId6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7268825" y="11950700"/>
              <a:ext cx="1272540" cy="129540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4" descr="C:/Users/spml/AppData/Roaming/PolarisOffice/ETemp/20396_22951992/fImage1493700658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"/>
            <a:ext cx="24384635" cy="13716635"/>
          </a:xfrm>
          <a:prstGeom prst="rect">
            <a:avLst/>
          </a:prstGeom>
          <a:noFill/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1323300" y="850900"/>
            <a:ext cx="1358900" cy="279400"/>
          </a:xfrm>
          <a:prstGeom prst="rect">
            <a:avLst/>
          </a:prstGeom>
        </p:spPr>
      </p:pic>
      <p:pic>
        <p:nvPicPr>
          <p:cNvPr id="10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546" y="10047654"/>
            <a:ext cx="9283701" cy="1614557"/>
          </a:xfrm>
          <a:prstGeom prst="rect">
            <a:avLst/>
          </a:prstGeom>
        </p:spPr>
      </p:pic>
      <p:pic>
        <p:nvPicPr>
          <p:cNvPr id="11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0" y="9618785"/>
            <a:ext cx="4699000" cy="1752600"/>
          </a:xfrm>
          <a:prstGeom prst="rect">
            <a:avLst/>
          </a:prstGeom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7700" y="6807200"/>
            <a:ext cx="6019800" cy="6527800"/>
          </a:xfrm>
          <a:prstGeom prst="rect">
            <a:avLst/>
          </a:prstGeom>
        </p:spPr>
      </p:pic>
      <p:pic>
        <p:nvPicPr>
          <p:cNvPr id="14" name="Picture 6"/>
          <p:cNvPicPr>
            <a:picLocks noChangeAspect="1"/>
          </p:cNvPicPr>
          <p:nvPr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1689099" y="816707"/>
            <a:ext cx="5538739" cy="58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55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1511300" y="1822450"/>
            <a:ext cx="21285200" cy="10071100"/>
            <a:chOff x="1511300" y="2489200"/>
            <a:chExt cx="21285200" cy="10071100"/>
          </a:xfrm>
        </p:grpSpPr>
        <p:pic>
          <p:nvPicPr>
            <p:cNvPr id="115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1300" y="2489200"/>
              <a:ext cx="6781800" cy="914400"/>
            </a:xfrm>
            <a:prstGeom prst="rect">
              <a:avLst/>
            </a:prstGeom>
          </p:spPr>
        </p:pic>
        <p:pic>
          <p:nvPicPr>
            <p:cNvPr id="116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1300" y="3530600"/>
              <a:ext cx="8153400" cy="736600"/>
            </a:xfrm>
            <a:prstGeom prst="rect">
              <a:avLst/>
            </a:prstGeom>
          </p:spPr>
        </p:pic>
        <p:pic>
          <p:nvPicPr>
            <p:cNvPr id="117" name="Picture 7"/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511300" y="4597400"/>
              <a:ext cx="4533900" cy="495300"/>
            </a:xfrm>
            <a:prstGeom prst="rect">
              <a:avLst/>
            </a:prstGeom>
          </p:spPr>
        </p:pic>
        <p:pic>
          <p:nvPicPr>
            <p:cNvPr id="118" name="Picture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506200" y="5778500"/>
              <a:ext cx="11290300" cy="2959100"/>
            </a:xfrm>
            <a:prstGeom prst="rect">
              <a:avLst/>
            </a:prstGeom>
          </p:spPr>
        </p:pic>
        <p:pic>
          <p:nvPicPr>
            <p:cNvPr id="119" name="Picture 9"/>
            <p:cNvPicPr>
              <a:picLocks noChangeAspect="1"/>
            </p:cNvPicPr>
            <p:nvPr/>
          </p:nvPicPr>
          <p:blipFill>
            <a:blip r:embed="rId8">
              <a:alphaModFix amt="80000"/>
            </a:blip>
            <a:stretch>
              <a:fillRect/>
            </a:stretch>
          </p:blipFill>
          <p:spPr>
            <a:xfrm>
              <a:off x="11506200" y="4660900"/>
              <a:ext cx="4533900" cy="495300"/>
            </a:xfrm>
            <a:prstGeom prst="rect">
              <a:avLst/>
            </a:prstGeom>
          </p:spPr>
        </p:pic>
        <p:pic>
          <p:nvPicPr>
            <p:cNvPr id="120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11300" y="6464300"/>
              <a:ext cx="9105900" cy="6096000"/>
            </a:xfrm>
            <a:prstGeom prst="rect">
              <a:avLst/>
            </a:prstGeom>
          </p:spPr>
        </p:pic>
        <p:pic>
          <p:nvPicPr>
            <p:cNvPr id="121" name="Picture 11"/>
            <p:cNvPicPr>
              <a:picLocks noChangeAspect="1"/>
            </p:cNvPicPr>
            <p:nvPr/>
          </p:nvPicPr>
          <p:blipFill>
            <a:blip r:embed="rId10">
              <a:alphaModFix amt="80000"/>
            </a:blip>
            <a:stretch>
              <a:fillRect/>
            </a:stretch>
          </p:blipFill>
          <p:spPr>
            <a:xfrm>
              <a:off x="1511300" y="5219700"/>
              <a:ext cx="6896100" cy="952500"/>
            </a:xfrm>
            <a:prstGeom prst="rect">
              <a:avLst/>
            </a:prstGeom>
          </p:spPr>
        </p:pic>
        <p:pic>
          <p:nvPicPr>
            <p:cNvPr id="122" name="Picture 12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1506200" y="5219700"/>
              <a:ext cx="6896100" cy="469900"/>
            </a:xfrm>
            <a:prstGeom prst="rect">
              <a:avLst/>
            </a:prstGeom>
          </p:spPr>
        </p:pic>
        <p:pic>
          <p:nvPicPr>
            <p:cNvPr id="123" name="Picture 1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506200" y="9893300"/>
              <a:ext cx="11290300" cy="2667000"/>
            </a:xfrm>
            <a:prstGeom prst="rect">
              <a:avLst/>
            </a:prstGeom>
          </p:spPr>
        </p:pic>
        <p:pic>
          <p:nvPicPr>
            <p:cNvPr id="124" name="Picture 14"/>
            <p:cNvPicPr>
              <a:picLocks noChangeAspect="1"/>
            </p:cNvPicPr>
            <p:nvPr/>
          </p:nvPicPr>
          <p:blipFill>
            <a:blip r:embed="rId13">
              <a:alphaModFix amt="80000"/>
            </a:blip>
            <a:stretch>
              <a:fillRect/>
            </a:stretch>
          </p:blipFill>
          <p:spPr>
            <a:xfrm>
              <a:off x="11506200" y="9283700"/>
              <a:ext cx="6896100" cy="469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5495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29" name="그룹 28"/>
          <p:cNvGrpSpPr/>
          <p:nvPr/>
        </p:nvGrpSpPr>
        <p:grpSpPr>
          <a:xfrm>
            <a:off x="1219200" y="1810395"/>
            <a:ext cx="22021800" cy="10096844"/>
            <a:chOff x="1216269" y="2489200"/>
            <a:chExt cx="22159546" cy="10160000"/>
          </a:xfrm>
        </p:grpSpPr>
        <p:pic>
          <p:nvPicPr>
            <p:cNvPr id="30" name="Picture 6"/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1524000" y="4610100"/>
              <a:ext cx="4533900" cy="495300"/>
            </a:xfrm>
            <a:prstGeom prst="rect">
              <a:avLst/>
            </a:prstGeom>
          </p:spPr>
        </p:pic>
        <p:pic>
          <p:nvPicPr>
            <p:cNvPr id="31" name="Picture 7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tretch>
              <a:fillRect/>
            </a:stretch>
          </p:blipFill>
          <p:spPr>
            <a:xfrm>
              <a:off x="11310815" y="2667000"/>
              <a:ext cx="4533900" cy="495300"/>
            </a:xfrm>
            <a:prstGeom prst="rect">
              <a:avLst/>
            </a:prstGeom>
          </p:spPr>
        </p:pic>
        <p:pic>
          <p:nvPicPr>
            <p:cNvPr id="32" name="Picture 8"/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524000" y="5232400"/>
              <a:ext cx="6896100" cy="469900"/>
            </a:xfrm>
            <a:prstGeom prst="rect">
              <a:avLst/>
            </a:prstGeom>
          </p:spPr>
        </p:pic>
        <p:pic>
          <p:nvPicPr>
            <p:cNvPr id="33" name="Picture 10"/>
            <p:cNvPicPr>
              <a:picLocks noChangeAspect="1"/>
            </p:cNvPicPr>
            <p:nvPr/>
          </p:nvPicPr>
          <p:blipFill rotWithShape="1">
            <a:blip r:embed="rId7">
              <a:alphaModFix amt="80000"/>
            </a:blip>
            <a:srcRect r="2156" b="44444"/>
            <a:stretch/>
          </p:blipFill>
          <p:spPr>
            <a:xfrm>
              <a:off x="1216269" y="11315700"/>
              <a:ext cx="9220200" cy="1333500"/>
            </a:xfrm>
            <a:prstGeom prst="rect">
              <a:avLst/>
            </a:prstGeom>
          </p:spPr>
        </p:pic>
        <p:pic>
          <p:nvPicPr>
            <p:cNvPr id="34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310815" y="3253154"/>
              <a:ext cx="12065000" cy="7835900"/>
            </a:xfrm>
            <a:prstGeom prst="rect">
              <a:avLst/>
            </a:prstGeom>
          </p:spPr>
        </p:pic>
        <p:grpSp>
          <p:nvGrpSpPr>
            <p:cNvPr id="35" name="그룹 34"/>
            <p:cNvGrpSpPr/>
            <p:nvPr/>
          </p:nvGrpSpPr>
          <p:grpSpPr>
            <a:xfrm>
              <a:off x="1571171" y="5689600"/>
              <a:ext cx="8801100" cy="5499100"/>
              <a:chOff x="1571171" y="5892800"/>
              <a:chExt cx="8801100" cy="5499100"/>
            </a:xfrm>
          </p:grpSpPr>
          <p:pic>
            <p:nvPicPr>
              <p:cNvPr id="39" name="Picture 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71171" y="5892800"/>
                <a:ext cx="8801100" cy="5499100"/>
              </a:xfrm>
              <a:prstGeom prst="rect">
                <a:avLst/>
              </a:prstGeom>
            </p:spPr>
          </p:pic>
          <p:pic>
            <p:nvPicPr>
              <p:cNvPr id="40" name="Picture 1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76400" y="6121400"/>
                <a:ext cx="8496300" cy="2171700"/>
              </a:xfrm>
              <a:prstGeom prst="rect">
                <a:avLst/>
              </a:prstGeom>
            </p:spPr>
          </p:pic>
          <p:pic>
            <p:nvPicPr>
              <p:cNvPr id="41" name="Picture 13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44700" y="8420100"/>
                <a:ext cx="7753530" cy="2781300"/>
              </a:xfrm>
              <a:prstGeom prst="rect">
                <a:avLst/>
              </a:prstGeom>
            </p:spPr>
          </p:pic>
        </p:grpSp>
        <p:pic>
          <p:nvPicPr>
            <p:cNvPr id="36" name="Picture 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511300" y="2489200"/>
              <a:ext cx="6781800" cy="914400"/>
            </a:xfrm>
            <a:prstGeom prst="rect">
              <a:avLst/>
            </a:prstGeom>
          </p:spPr>
        </p:pic>
        <p:pic>
          <p:nvPicPr>
            <p:cNvPr id="37" name="Picture 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07671" y="3530600"/>
              <a:ext cx="8153400" cy="736600"/>
            </a:xfrm>
            <a:prstGeom prst="rect">
              <a:avLst/>
            </a:prstGeom>
          </p:spPr>
        </p:pic>
        <p:pic>
          <p:nvPicPr>
            <p:cNvPr id="38" name="Picture 10"/>
            <p:cNvPicPr>
              <a:picLocks noChangeAspect="1"/>
            </p:cNvPicPr>
            <p:nvPr/>
          </p:nvPicPr>
          <p:blipFill rotWithShape="1">
            <a:blip r:embed="rId7">
              <a:alphaModFix amt="80000"/>
            </a:blip>
            <a:srcRect l="31" t="59788"/>
            <a:stretch/>
          </p:blipFill>
          <p:spPr>
            <a:xfrm>
              <a:off x="10896600" y="11315700"/>
              <a:ext cx="9420469" cy="965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0489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32" name="그룹 31"/>
          <p:cNvGrpSpPr/>
          <p:nvPr/>
        </p:nvGrpSpPr>
        <p:grpSpPr>
          <a:xfrm>
            <a:off x="1066800" y="1810395"/>
            <a:ext cx="21851127" cy="10091273"/>
            <a:chOff x="1066800" y="2423173"/>
            <a:chExt cx="21851127" cy="10091273"/>
          </a:xfrm>
        </p:grpSpPr>
        <p:grpSp>
          <p:nvGrpSpPr>
            <p:cNvPr id="33" name="그룹 32"/>
            <p:cNvGrpSpPr/>
            <p:nvPr/>
          </p:nvGrpSpPr>
          <p:grpSpPr>
            <a:xfrm>
              <a:off x="13411200" y="2583241"/>
              <a:ext cx="9506727" cy="9755183"/>
              <a:chOff x="11577573" y="3649292"/>
              <a:chExt cx="8513827" cy="8736334"/>
            </a:xfrm>
          </p:grpSpPr>
          <p:pic>
            <p:nvPicPr>
              <p:cNvPr id="55" name="Picture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77573" y="3649292"/>
                <a:ext cx="7518400" cy="679232"/>
              </a:xfrm>
              <a:prstGeom prst="rect">
                <a:avLst/>
              </a:prstGeom>
            </p:spPr>
          </p:pic>
          <p:pic>
            <p:nvPicPr>
              <p:cNvPr id="56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77573" y="4457345"/>
                <a:ext cx="8513827" cy="5410437"/>
              </a:xfrm>
              <a:prstGeom prst="rect">
                <a:avLst/>
              </a:prstGeom>
            </p:spPr>
          </p:pic>
          <p:pic>
            <p:nvPicPr>
              <p:cNvPr id="57" name="Picture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00080" y="4633008"/>
                <a:ext cx="8068812" cy="5059110"/>
              </a:xfrm>
              <a:prstGeom prst="rect">
                <a:avLst/>
              </a:prstGeom>
            </p:spPr>
          </p:pic>
          <p:pic>
            <p:nvPicPr>
              <p:cNvPr id="58" name="Picture 8"/>
              <p:cNvPicPr>
                <a:picLocks noChangeAspect="1"/>
              </p:cNvPicPr>
              <p:nvPr/>
            </p:nvPicPr>
            <p:blipFill>
              <a:blip r:embed="rId7">
                <a:alphaModFix amt="80000"/>
              </a:blip>
              <a:stretch>
                <a:fillRect/>
              </a:stretch>
            </p:blipFill>
            <p:spPr>
              <a:xfrm>
                <a:off x="11589284" y="10172265"/>
                <a:ext cx="8490405" cy="2213361"/>
              </a:xfrm>
              <a:prstGeom prst="rect">
                <a:avLst/>
              </a:prstGeom>
            </p:spPr>
          </p:pic>
        </p:grpSp>
        <p:pic>
          <p:nvPicPr>
            <p:cNvPr id="34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389450" y="3731269"/>
              <a:ext cx="3665513" cy="1616105"/>
            </a:xfrm>
            <a:prstGeom prst="rect">
              <a:avLst/>
            </a:prstGeom>
          </p:spPr>
        </p:pic>
        <p:pic>
          <p:nvPicPr>
            <p:cNvPr id="35" name="Picture 10"/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tretch>
              <a:fillRect/>
            </a:stretch>
          </p:blipFill>
          <p:spPr>
            <a:xfrm>
              <a:off x="3092104" y="4094307"/>
              <a:ext cx="2424157" cy="878318"/>
            </a:xfrm>
            <a:prstGeom prst="rect">
              <a:avLst/>
            </a:prstGeom>
          </p:spPr>
        </p:pic>
        <p:pic>
          <p:nvPicPr>
            <p:cNvPr id="36" name="Picture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24582" y="6143715"/>
              <a:ext cx="3606958" cy="1510707"/>
            </a:xfrm>
            <a:prstGeom prst="rect">
              <a:avLst/>
            </a:prstGeom>
          </p:spPr>
        </p:pic>
        <p:pic>
          <p:nvPicPr>
            <p:cNvPr id="37" name="Picture 12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3021839" y="6635573"/>
              <a:ext cx="2424157" cy="433303"/>
            </a:xfrm>
            <a:prstGeom prst="rect">
              <a:avLst/>
            </a:prstGeom>
          </p:spPr>
        </p:pic>
        <p:pic>
          <p:nvPicPr>
            <p:cNvPr id="38" name="Picture 1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424582" y="8450763"/>
              <a:ext cx="3606958" cy="1510707"/>
            </a:xfrm>
            <a:prstGeom prst="rect">
              <a:avLst/>
            </a:prstGeom>
          </p:spPr>
        </p:pic>
        <p:pic>
          <p:nvPicPr>
            <p:cNvPr id="39" name="Picture 14"/>
            <p:cNvPicPr>
              <a:picLocks noChangeAspect="1"/>
            </p:cNvPicPr>
            <p:nvPr/>
          </p:nvPicPr>
          <p:blipFill>
            <a:blip r:embed="rId13">
              <a:alphaModFix amt="80000"/>
            </a:blip>
            <a:stretch>
              <a:fillRect/>
            </a:stretch>
          </p:blipFill>
          <p:spPr>
            <a:xfrm>
              <a:off x="3021839" y="8954331"/>
              <a:ext cx="2424157" cy="433303"/>
            </a:xfrm>
            <a:prstGeom prst="rect">
              <a:avLst/>
            </a:prstGeom>
          </p:spPr>
        </p:pic>
        <p:pic>
          <p:nvPicPr>
            <p:cNvPr id="40" name="Picture 15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389450" y="10898341"/>
              <a:ext cx="3665513" cy="1616105"/>
            </a:xfrm>
            <a:prstGeom prst="rect">
              <a:avLst/>
            </a:prstGeom>
          </p:spPr>
        </p:pic>
        <p:pic>
          <p:nvPicPr>
            <p:cNvPr id="41" name="Picture 16"/>
            <p:cNvPicPr>
              <a:picLocks noChangeAspect="1"/>
            </p:cNvPicPr>
            <p:nvPr/>
          </p:nvPicPr>
          <p:blipFill>
            <a:blip r:embed="rId15">
              <a:alphaModFix amt="80000"/>
            </a:blip>
            <a:stretch>
              <a:fillRect/>
            </a:stretch>
          </p:blipFill>
          <p:spPr>
            <a:xfrm>
              <a:off x="3021839" y="11483887"/>
              <a:ext cx="2424157" cy="433303"/>
            </a:xfrm>
            <a:prstGeom prst="rect">
              <a:avLst/>
            </a:prstGeom>
          </p:spPr>
        </p:pic>
        <p:pic>
          <p:nvPicPr>
            <p:cNvPr id="42" name="Picture 17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5400000">
              <a:off x="3829891" y="5675279"/>
              <a:ext cx="796341" cy="128820"/>
            </a:xfrm>
            <a:prstGeom prst="rect">
              <a:avLst/>
            </a:prstGeom>
          </p:spPr>
        </p:pic>
        <p:pic>
          <p:nvPicPr>
            <p:cNvPr id="43" name="Picture 18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5400000">
              <a:off x="3829891" y="7982326"/>
              <a:ext cx="796341" cy="128820"/>
            </a:xfrm>
            <a:prstGeom prst="rect">
              <a:avLst/>
            </a:prstGeom>
          </p:spPr>
        </p:pic>
        <p:pic>
          <p:nvPicPr>
            <p:cNvPr id="44" name="Picture 19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5400000">
              <a:off x="3759625" y="10359640"/>
              <a:ext cx="925161" cy="128820"/>
            </a:xfrm>
            <a:prstGeom prst="rect">
              <a:avLst/>
            </a:prstGeom>
          </p:spPr>
        </p:pic>
        <p:pic>
          <p:nvPicPr>
            <p:cNvPr id="45" name="Picture 20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31541" y="6869791"/>
              <a:ext cx="1264778" cy="46844"/>
            </a:xfrm>
            <a:prstGeom prst="rect">
              <a:avLst/>
            </a:prstGeom>
          </p:spPr>
        </p:pic>
        <p:pic>
          <p:nvPicPr>
            <p:cNvPr id="46" name="Picture 21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296318" y="6143715"/>
              <a:ext cx="3606958" cy="1510707"/>
            </a:xfrm>
            <a:prstGeom prst="rect">
              <a:avLst/>
            </a:prstGeom>
          </p:spPr>
        </p:pic>
        <p:pic>
          <p:nvPicPr>
            <p:cNvPr id="47" name="Picture 22"/>
            <p:cNvPicPr>
              <a:picLocks noChangeAspect="1"/>
            </p:cNvPicPr>
            <p:nvPr/>
          </p:nvPicPr>
          <p:blipFill>
            <a:blip r:embed="rId20">
              <a:alphaModFix amt="80000"/>
            </a:blip>
            <a:stretch>
              <a:fillRect/>
            </a:stretch>
          </p:blipFill>
          <p:spPr>
            <a:xfrm>
              <a:off x="7460271" y="6495042"/>
              <a:ext cx="3279053" cy="878318"/>
            </a:xfrm>
            <a:prstGeom prst="rect">
              <a:avLst/>
            </a:prstGeom>
          </p:spPr>
        </p:pic>
        <p:pic>
          <p:nvPicPr>
            <p:cNvPr id="48" name="Picture 23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31541" y="9188550"/>
              <a:ext cx="1264778" cy="46844"/>
            </a:xfrm>
            <a:prstGeom prst="rect">
              <a:avLst/>
            </a:prstGeom>
          </p:spPr>
        </p:pic>
        <p:pic>
          <p:nvPicPr>
            <p:cNvPr id="49" name="Picture 24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296318" y="8450763"/>
              <a:ext cx="3606958" cy="1510707"/>
            </a:xfrm>
            <a:prstGeom prst="rect">
              <a:avLst/>
            </a:prstGeom>
          </p:spPr>
        </p:pic>
        <p:pic>
          <p:nvPicPr>
            <p:cNvPr id="50" name="Picture 25"/>
            <p:cNvPicPr>
              <a:picLocks noChangeAspect="1"/>
            </p:cNvPicPr>
            <p:nvPr/>
          </p:nvPicPr>
          <p:blipFill>
            <a:blip r:embed="rId22">
              <a:alphaModFix amt="80000"/>
            </a:blip>
            <a:stretch>
              <a:fillRect/>
            </a:stretch>
          </p:blipFill>
          <p:spPr>
            <a:xfrm>
              <a:off x="7460271" y="9036308"/>
              <a:ext cx="3279053" cy="433303"/>
            </a:xfrm>
            <a:prstGeom prst="rect">
              <a:avLst/>
            </a:prstGeom>
          </p:spPr>
        </p:pic>
        <p:pic>
          <p:nvPicPr>
            <p:cNvPr id="51" name="Picture 26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66673" y="11682972"/>
              <a:ext cx="1276488" cy="46844"/>
            </a:xfrm>
            <a:prstGeom prst="rect">
              <a:avLst/>
            </a:prstGeom>
          </p:spPr>
        </p:pic>
        <p:pic>
          <p:nvPicPr>
            <p:cNvPr id="52" name="Picture 27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331451" y="10945185"/>
              <a:ext cx="3606958" cy="1510707"/>
            </a:xfrm>
            <a:prstGeom prst="rect">
              <a:avLst/>
            </a:prstGeom>
          </p:spPr>
        </p:pic>
        <p:pic>
          <p:nvPicPr>
            <p:cNvPr id="53" name="Picture 28"/>
            <p:cNvPicPr>
              <a:picLocks noChangeAspect="1"/>
            </p:cNvPicPr>
            <p:nvPr/>
          </p:nvPicPr>
          <p:blipFill>
            <a:blip r:embed="rId25">
              <a:alphaModFix amt="80000"/>
            </a:blip>
            <a:stretch>
              <a:fillRect/>
            </a:stretch>
          </p:blipFill>
          <p:spPr>
            <a:xfrm>
              <a:off x="7495404" y="11249668"/>
              <a:ext cx="3279053" cy="995427"/>
            </a:xfrm>
            <a:prstGeom prst="rect">
              <a:avLst/>
            </a:prstGeom>
          </p:spPr>
        </p:pic>
        <p:pic>
          <p:nvPicPr>
            <p:cNvPr id="54" name="Picture 5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066800" y="2423173"/>
              <a:ext cx="7449761" cy="7981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6006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1066800" y="1810395"/>
            <a:ext cx="22021800" cy="10300444"/>
            <a:chOff x="1066800" y="2423173"/>
            <a:chExt cx="22021800" cy="10300444"/>
          </a:xfrm>
        </p:grpSpPr>
        <p:pic>
          <p:nvPicPr>
            <p:cNvPr id="5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7886" y="11203248"/>
              <a:ext cx="9245685" cy="1463346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6800" y="2423173"/>
              <a:ext cx="7449761" cy="798189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0911126" y="2606091"/>
              <a:ext cx="3957685" cy="432352"/>
            </a:xfrm>
            <a:prstGeom prst="rect">
              <a:avLst/>
            </a:prstGeom>
          </p:spPr>
        </p:pic>
        <p:grpSp>
          <p:nvGrpSpPr>
            <p:cNvPr id="8" name="그룹 7"/>
            <p:cNvGrpSpPr/>
            <p:nvPr/>
          </p:nvGrpSpPr>
          <p:grpSpPr>
            <a:xfrm>
              <a:off x="10911126" y="3398736"/>
              <a:ext cx="8062674" cy="9324881"/>
              <a:chOff x="10911126" y="4651450"/>
              <a:chExt cx="6939807" cy="8026230"/>
            </a:xfrm>
          </p:grpSpPr>
          <p:pic>
            <p:nvPicPr>
              <p:cNvPr id="19" name="Picture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11126" y="4651450"/>
                <a:ext cx="6939807" cy="8026230"/>
              </a:xfrm>
              <a:prstGeom prst="rect">
                <a:avLst/>
              </a:prstGeom>
            </p:spPr>
          </p:pic>
          <p:pic>
            <p:nvPicPr>
              <p:cNvPr id="20" name="Picture 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0674" y="5050544"/>
                <a:ext cx="6551798" cy="7228042"/>
              </a:xfrm>
              <a:prstGeom prst="rect">
                <a:avLst/>
              </a:prstGeom>
            </p:spPr>
          </p:pic>
        </p:grpSp>
        <p:pic>
          <p:nvPicPr>
            <p:cNvPr id="9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6800" y="3276600"/>
              <a:ext cx="8491840" cy="642985"/>
            </a:xfrm>
            <a:prstGeom prst="rect">
              <a:avLst/>
            </a:prstGeom>
          </p:spPr>
        </p:pic>
        <p:pic>
          <p:nvPicPr>
            <p:cNvPr id="10" name="Picture 11"/>
            <p:cNvPicPr>
              <a:picLocks noChangeAspect="1"/>
            </p:cNvPicPr>
            <p:nvPr/>
          </p:nvPicPr>
          <p:blipFill>
            <a:blip r:embed="rId10">
              <a:alphaModFix amt="80000"/>
            </a:blip>
            <a:stretch>
              <a:fillRect/>
            </a:stretch>
          </p:blipFill>
          <p:spPr>
            <a:xfrm>
              <a:off x="1077886" y="9229948"/>
              <a:ext cx="9267857" cy="2195019"/>
            </a:xfrm>
            <a:prstGeom prst="rect">
              <a:avLst/>
            </a:prstGeom>
          </p:spPr>
        </p:pic>
        <p:pic>
          <p:nvPicPr>
            <p:cNvPr id="11" name="Picture 1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6800" y="4640364"/>
              <a:ext cx="9267857" cy="4445467"/>
            </a:xfrm>
            <a:prstGeom prst="rect">
              <a:avLst/>
            </a:prstGeom>
          </p:spPr>
        </p:pic>
        <p:pic>
          <p:nvPicPr>
            <p:cNvPr id="12" name="Picture 1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88293" y="4839911"/>
              <a:ext cx="8658129" cy="4024201"/>
            </a:xfrm>
            <a:prstGeom prst="rect">
              <a:avLst/>
            </a:prstGeom>
          </p:spPr>
        </p:pic>
        <p:pic>
          <p:nvPicPr>
            <p:cNvPr id="13" name="Picture 14"/>
            <p:cNvPicPr>
              <a:picLocks noChangeAspect="1"/>
            </p:cNvPicPr>
            <p:nvPr/>
          </p:nvPicPr>
          <p:blipFill>
            <a:blip r:embed="rId13">
              <a:alphaModFix amt="80000"/>
            </a:blip>
            <a:stretch>
              <a:fillRect/>
            </a:stretch>
          </p:blipFill>
          <p:spPr>
            <a:xfrm>
              <a:off x="1066800" y="4063894"/>
              <a:ext cx="3957685" cy="432352"/>
            </a:xfrm>
            <a:prstGeom prst="rect">
              <a:avLst/>
            </a:prstGeom>
          </p:spPr>
        </p:pic>
        <p:grpSp>
          <p:nvGrpSpPr>
            <p:cNvPr id="14" name="그룹 13"/>
            <p:cNvGrpSpPr/>
            <p:nvPr/>
          </p:nvGrpSpPr>
          <p:grpSpPr>
            <a:xfrm>
              <a:off x="19193912" y="3398736"/>
              <a:ext cx="3894688" cy="7246292"/>
              <a:chOff x="18172426" y="4651450"/>
              <a:chExt cx="2782574" cy="5177140"/>
            </a:xfrm>
          </p:grpSpPr>
          <p:pic>
            <p:nvPicPr>
              <p:cNvPr id="16" name="Picture 6"/>
              <p:cNvPicPr>
                <a:picLocks noChangeAspect="1"/>
              </p:cNvPicPr>
              <p:nvPr/>
            </p:nvPicPr>
            <p:blipFill>
              <a:blip r:embed="rId14">
                <a:alphaModFix amt="80000"/>
              </a:blip>
              <a:stretch>
                <a:fillRect/>
              </a:stretch>
            </p:blipFill>
            <p:spPr>
              <a:xfrm>
                <a:off x="18172426" y="8054837"/>
                <a:ext cx="2782574" cy="1773753"/>
              </a:xfrm>
              <a:prstGeom prst="rect">
                <a:avLst/>
              </a:prstGeom>
            </p:spPr>
          </p:pic>
          <p:pic>
            <p:nvPicPr>
              <p:cNvPr id="17" name="Picture 15"/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172426" y="4651450"/>
                <a:ext cx="2782574" cy="3181669"/>
              </a:xfrm>
              <a:prstGeom prst="rect">
                <a:avLst/>
              </a:prstGeom>
            </p:spPr>
          </p:pic>
          <p:pic>
            <p:nvPicPr>
              <p:cNvPr id="18" name="Picture 16"/>
              <p:cNvPicPr>
                <a:picLocks noChangeAspect="1"/>
              </p:cNvPicPr>
              <p:nvPr/>
            </p:nvPicPr>
            <p:blipFill>
              <a:blip r:embed="rId16">
                <a:alphaModFix amt="80000"/>
              </a:blip>
              <a:stretch>
                <a:fillRect/>
              </a:stretch>
            </p:blipFill>
            <p:spPr>
              <a:xfrm>
                <a:off x="18360887" y="4873169"/>
                <a:ext cx="2405652" cy="2738231"/>
              </a:xfrm>
              <a:prstGeom prst="rect">
                <a:avLst/>
              </a:prstGeom>
            </p:spPr>
          </p:pic>
        </p:grpSp>
        <p:pic>
          <p:nvPicPr>
            <p:cNvPr id="15" name="Picture 17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210917" y="11291936"/>
              <a:ext cx="8924192" cy="12859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8845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1034131" y="1806079"/>
            <a:ext cx="22155108" cy="10102786"/>
            <a:chOff x="1034131" y="2418315"/>
            <a:chExt cx="22155108" cy="1010278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2418315"/>
              <a:ext cx="7443974" cy="813624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tretch>
              <a:fillRect/>
            </a:stretch>
          </p:blipFill>
          <p:spPr>
            <a:xfrm>
              <a:off x="8815491" y="3231939"/>
              <a:ext cx="3954611" cy="440713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6800" y="3537048"/>
              <a:ext cx="8485244" cy="655419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>
              <a:alphaModFix amt="80000"/>
            </a:blip>
            <a:stretch>
              <a:fillRect/>
            </a:stretch>
          </p:blipFill>
          <p:spPr>
            <a:xfrm>
              <a:off x="1034131" y="4541763"/>
              <a:ext cx="3954611" cy="440713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4131" y="5459499"/>
              <a:ext cx="7358071" cy="370818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66451" y="5572503"/>
              <a:ext cx="6590820" cy="345156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10">
              <a:alphaModFix amt="80000"/>
            </a:blip>
            <a:srcRect r="8816"/>
            <a:stretch/>
          </p:blipFill>
          <p:spPr>
            <a:xfrm>
              <a:off x="1333782" y="9907027"/>
              <a:ext cx="6605904" cy="1808053"/>
            </a:xfrm>
            <a:prstGeom prst="rect">
              <a:avLst/>
            </a:prstGeom>
          </p:spPr>
        </p:pic>
        <p:pic>
          <p:nvPicPr>
            <p:cNvPr id="12" name="Picture 13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6817486" y="6219646"/>
              <a:ext cx="6371753" cy="3687381"/>
            </a:xfrm>
            <a:prstGeom prst="rect">
              <a:avLst/>
            </a:prstGeom>
          </p:spPr>
        </p:pic>
        <p:grpSp>
          <p:nvGrpSpPr>
            <p:cNvPr id="13" name="그룹 12"/>
            <p:cNvGrpSpPr/>
            <p:nvPr/>
          </p:nvGrpSpPr>
          <p:grpSpPr>
            <a:xfrm>
              <a:off x="8660407" y="3819557"/>
              <a:ext cx="7926293" cy="6980094"/>
              <a:chOff x="8685307" y="3378844"/>
              <a:chExt cx="7926293" cy="6980094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85307" y="3378844"/>
                <a:ext cx="7926293" cy="6980094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84699" y="3657600"/>
                <a:ext cx="7424973" cy="6427216"/>
              </a:xfrm>
              <a:prstGeom prst="rect">
                <a:avLst/>
              </a:prstGeom>
            </p:spPr>
          </p:pic>
        </p:grpSp>
        <p:pic>
          <p:nvPicPr>
            <p:cNvPr id="14" name="Picture 16"/>
            <p:cNvPicPr>
              <a:picLocks noChangeAspect="1"/>
            </p:cNvPicPr>
            <p:nvPr/>
          </p:nvPicPr>
          <p:blipFill>
            <a:blip r:embed="rId14">
              <a:alphaModFix amt="80000"/>
            </a:blip>
            <a:stretch>
              <a:fillRect/>
            </a:stretch>
          </p:blipFill>
          <p:spPr>
            <a:xfrm>
              <a:off x="8797906" y="11261113"/>
              <a:ext cx="6810829" cy="12599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04025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24" name="그룹 23"/>
          <p:cNvGrpSpPr/>
          <p:nvPr/>
        </p:nvGrpSpPr>
        <p:grpSpPr>
          <a:xfrm>
            <a:off x="1019601" y="1806079"/>
            <a:ext cx="22068999" cy="10248470"/>
            <a:chOff x="1019601" y="2418315"/>
            <a:chExt cx="22068999" cy="10248470"/>
          </a:xfrm>
        </p:grpSpPr>
        <p:pic>
          <p:nvPicPr>
            <p:cNvPr id="26" name="Picture 5"/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1019601" y="9469708"/>
              <a:ext cx="3976852" cy="434446"/>
            </a:xfrm>
            <a:prstGeom prst="rect">
              <a:avLst/>
            </a:prstGeom>
          </p:spPr>
        </p:pic>
        <p:pic>
          <p:nvPicPr>
            <p:cNvPr id="27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4160" y="3465441"/>
              <a:ext cx="8532965" cy="646099"/>
            </a:xfrm>
            <a:prstGeom prst="rect">
              <a:avLst/>
            </a:prstGeom>
          </p:spPr>
        </p:pic>
        <p:pic>
          <p:nvPicPr>
            <p:cNvPr id="28" name="Picture 7"/>
            <p:cNvPicPr>
              <a:picLocks noChangeAspect="1"/>
            </p:cNvPicPr>
            <p:nvPr/>
          </p:nvPicPr>
          <p:blipFill>
            <a:blip r:embed="rId6">
              <a:alphaModFix amt="80000"/>
            </a:blip>
            <a:stretch>
              <a:fillRect/>
            </a:stretch>
          </p:blipFill>
          <p:spPr>
            <a:xfrm>
              <a:off x="1064160" y="4334333"/>
              <a:ext cx="3976852" cy="434446"/>
            </a:xfrm>
            <a:prstGeom prst="rect">
              <a:avLst/>
            </a:prstGeom>
          </p:spPr>
        </p:pic>
        <p:pic>
          <p:nvPicPr>
            <p:cNvPr id="29" name="Picture 8"/>
            <p:cNvPicPr>
              <a:picLocks noChangeAspect="1"/>
            </p:cNvPicPr>
            <p:nvPr/>
          </p:nvPicPr>
          <p:blipFill>
            <a:blip r:embed="rId7">
              <a:alphaModFix amt="80000"/>
            </a:blip>
            <a:stretch>
              <a:fillRect/>
            </a:stretch>
          </p:blipFill>
          <p:spPr>
            <a:xfrm>
              <a:off x="1153277" y="6896451"/>
              <a:ext cx="6327316" cy="2138811"/>
            </a:xfrm>
            <a:prstGeom prst="rect">
              <a:avLst/>
            </a:prstGeom>
          </p:spPr>
        </p:pic>
        <p:pic>
          <p:nvPicPr>
            <p:cNvPr id="30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4160" y="4846757"/>
              <a:ext cx="6516690" cy="1793482"/>
            </a:xfrm>
            <a:prstGeom prst="rect">
              <a:avLst/>
            </a:prstGeom>
          </p:spPr>
        </p:pic>
        <p:pic>
          <p:nvPicPr>
            <p:cNvPr id="31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31254" y="4991572"/>
              <a:ext cx="6171361" cy="1503852"/>
            </a:xfrm>
            <a:prstGeom prst="rect">
              <a:avLst/>
            </a:prstGeom>
          </p:spPr>
        </p:pic>
        <p:pic>
          <p:nvPicPr>
            <p:cNvPr id="32" name="Picture 11"/>
            <p:cNvPicPr>
              <a:picLocks noChangeAspect="1"/>
            </p:cNvPicPr>
            <p:nvPr/>
          </p:nvPicPr>
          <p:blipFill>
            <a:blip r:embed="rId10">
              <a:alphaModFix amt="80000"/>
            </a:blip>
            <a:stretch>
              <a:fillRect/>
            </a:stretch>
          </p:blipFill>
          <p:spPr>
            <a:xfrm>
              <a:off x="8839200" y="8288906"/>
              <a:ext cx="6550109" cy="2562118"/>
            </a:xfrm>
            <a:prstGeom prst="rect">
              <a:avLst/>
            </a:prstGeom>
          </p:spPr>
        </p:pic>
        <p:pic>
          <p:nvPicPr>
            <p:cNvPr id="33" name="Picture 1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4160" y="9904154"/>
              <a:ext cx="6516690" cy="2751491"/>
            </a:xfrm>
            <a:prstGeom prst="rect">
              <a:avLst/>
            </a:prstGeom>
          </p:spPr>
        </p:pic>
        <p:pic>
          <p:nvPicPr>
            <p:cNvPr id="34" name="Picture 13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31254" y="10060109"/>
              <a:ext cx="5569821" cy="2439581"/>
            </a:xfrm>
            <a:prstGeom prst="rect">
              <a:avLst/>
            </a:prstGeom>
          </p:spPr>
        </p:pic>
        <p:grpSp>
          <p:nvGrpSpPr>
            <p:cNvPr id="35" name="그룹 34"/>
            <p:cNvGrpSpPr/>
            <p:nvPr/>
          </p:nvGrpSpPr>
          <p:grpSpPr>
            <a:xfrm>
              <a:off x="8839200" y="3465441"/>
              <a:ext cx="6516690" cy="4466996"/>
              <a:chOff x="8093273" y="3465441"/>
              <a:chExt cx="6516690" cy="4466996"/>
            </a:xfrm>
          </p:grpSpPr>
          <p:pic>
            <p:nvPicPr>
              <p:cNvPr id="43" name="Picture 14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93273" y="3465441"/>
                <a:ext cx="6516690" cy="4466996"/>
              </a:xfrm>
              <a:prstGeom prst="rect">
                <a:avLst/>
              </a:prstGeom>
            </p:spPr>
          </p:pic>
          <p:pic>
            <p:nvPicPr>
              <p:cNvPr id="44" name="Picture 15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15809" y="3632536"/>
                <a:ext cx="6271618" cy="4132807"/>
              </a:xfrm>
              <a:prstGeom prst="rect">
                <a:avLst/>
              </a:prstGeom>
            </p:spPr>
          </p:pic>
        </p:grpSp>
        <p:pic>
          <p:nvPicPr>
            <p:cNvPr id="36" name="Picture 16"/>
            <p:cNvPicPr>
              <a:picLocks noChangeAspect="1"/>
            </p:cNvPicPr>
            <p:nvPr/>
          </p:nvPicPr>
          <p:blipFill>
            <a:blip r:embed="rId15">
              <a:alphaModFix amt="80000"/>
            </a:blip>
            <a:stretch>
              <a:fillRect/>
            </a:stretch>
          </p:blipFill>
          <p:spPr>
            <a:xfrm>
              <a:off x="17243089" y="3415313"/>
              <a:ext cx="3976852" cy="434446"/>
            </a:xfrm>
            <a:prstGeom prst="rect">
              <a:avLst/>
            </a:prstGeom>
          </p:spPr>
        </p:pic>
        <p:grpSp>
          <p:nvGrpSpPr>
            <p:cNvPr id="37" name="그룹 36"/>
            <p:cNvGrpSpPr/>
            <p:nvPr/>
          </p:nvGrpSpPr>
          <p:grpSpPr>
            <a:xfrm>
              <a:off x="17230388" y="3941008"/>
              <a:ext cx="5518967" cy="6859888"/>
              <a:chOff x="15178085" y="4024555"/>
              <a:chExt cx="5518967" cy="6859888"/>
            </a:xfrm>
          </p:grpSpPr>
          <p:pic>
            <p:nvPicPr>
              <p:cNvPr id="41" name="Picture 17"/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182930" y="4024555"/>
                <a:ext cx="5514122" cy="5335888"/>
              </a:xfrm>
              <a:prstGeom prst="rect">
                <a:avLst/>
              </a:prstGeom>
            </p:spPr>
          </p:pic>
          <p:pic>
            <p:nvPicPr>
              <p:cNvPr id="42" name="Picture 18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178085" y="9347172"/>
                <a:ext cx="5502983" cy="1537271"/>
              </a:xfrm>
              <a:prstGeom prst="rect">
                <a:avLst/>
              </a:prstGeom>
            </p:spPr>
          </p:pic>
        </p:grpSp>
        <p:pic>
          <p:nvPicPr>
            <p:cNvPr id="38" name="Picture 19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8093273" y="11207492"/>
              <a:ext cx="14995327" cy="1459293"/>
            </a:xfrm>
            <a:prstGeom prst="rect">
              <a:avLst/>
            </a:prstGeom>
          </p:spPr>
        </p:pic>
        <p:pic>
          <p:nvPicPr>
            <p:cNvPr id="39" name="Picture 20"/>
            <p:cNvPicPr>
              <a:picLocks noChangeAspect="1"/>
            </p:cNvPicPr>
            <p:nvPr/>
          </p:nvPicPr>
          <p:blipFill>
            <a:blip r:embed="rId19">
              <a:alphaModFix amt="80000"/>
            </a:blip>
            <a:stretch>
              <a:fillRect/>
            </a:stretch>
          </p:blipFill>
          <p:spPr>
            <a:xfrm>
              <a:off x="8293787" y="11508262"/>
              <a:ext cx="12108790" cy="835473"/>
            </a:xfrm>
            <a:prstGeom prst="rect">
              <a:avLst/>
            </a:prstGeom>
          </p:spPr>
        </p:pic>
        <p:pic>
          <p:nvPicPr>
            <p:cNvPr id="40" name="Picture 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66800" y="2418315"/>
              <a:ext cx="7443974" cy="8136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0840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1085498" y="1806079"/>
            <a:ext cx="21150179" cy="9966008"/>
            <a:chOff x="1066800" y="2431847"/>
            <a:chExt cx="21150179" cy="9966008"/>
          </a:xfrm>
        </p:grpSpPr>
        <p:pic>
          <p:nvPicPr>
            <p:cNvPr id="17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8033" y="3598943"/>
              <a:ext cx="18391005" cy="3311492"/>
            </a:xfrm>
            <a:prstGeom prst="rect">
              <a:avLst/>
            </a:prstGeom>
          </p:spPr>
        </p:pic>
        <p:pic>
          <p:nvPicPr>
            <p:cNvPr id="18" name="Picture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8033" y="7243807"/>
              <a:ext cx="17068631" cy="4144921"/>
            </a:xfrm>
            <a:prstGeom prst="rect">
              <a:avLst/>
            </a:prstGeom>
          </p:spPr>
        </p:pic>
        <p:pic>
          <p:nvPicPr>
            <p:cNvPr id="19" name="Picture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57400" y="11692792"/>
              <a:ext cx="20159579" cy="705063"/>
            </a:xfrm>
            <a:prstGeom prst="rect">
              <a:avLst/>
            </a:prstGeom>
          </p:spPr>
        </p:pic>
        <p:pic>
          <p:nvPicPr>
            <p:cNvPr id="20" name="Picture 8"/>
            <p:cNvPicPr>
              <a:picLocks noChangeAspect="1"/>
            </p:cNvPicPr>
            <p:nvPr/>
          </p:nvPicPr>
          <p:blipFill>
            <a:blip r:embed="rId7">
              <a:alphaModFix amt="70000"/>
            </a:blip>
            <a:stretch>
              <a:fillRect/>
            </a:stretch>
          </p:blipFill>
          <p:spPr>
            <a:xfrm rot="10800000">
              <a:off x="3073583" y="11353800"/>
              <a:ext cx="18491017" cy="133349"/>
            </a:xfrm>
            <a:prstGeom prst="rect">
              <a:avLst/>
            </a:prstGeom>
          </p:spPr>
        </p:pic>
        <p:pic>
          <p:nvPicPr>
            <p:cNvPr id="21" name="Picture 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6800" y="2431847"/>
              <a:ext cx="11156840" cy="8000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6939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7" name="그룹 16"/>
          <p:cNvGrpSpPr/>
          <p:nvPr/>
        </p:nvGrpSpPr>
        <p:grpSpPr>
          <a:xfrm>
            <a:off x="1085498" y="1806079"/>
            <a:ext cx="21134754" cy="9760153"/>
            <a:chOff x="1066800" y="2431847"/>
            <a:chExt cx="21134754" cy="9760153"/>
          </a:xfrm>
        </p:grpSpPr>
        <p:pic>
          <p:nvPicPr>
            <p:cNvPr id="1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4754" y="3441700"/>
              <a:ext cx="7366000" cy="736600"/>
            </a:xfrm>
            <a:prstGeom prst="rect">
              <a:avLst/>
            </a:prstGeom>
          </p:spPr>
        </p:pic>
        <p:pic>
          <p:nvPicPr>
            <p:cNvPr id="19" name="Picture 8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tretch>
              <a:fillRect/>
            </a:stretch>
          </p:blipFill>
          <p:spPr>
            <a:xfrm>
              <a:off x="2084754" y="4343400"/>
              <a:ext cx="7086600" cy="1003300"/>
            </a:xfrm>
            <a:prstGeom prst="rect">
              <a:avLst/>
            </a:prstGeom>
          </p:spPr>
        </p:pic>
        <p:grpSp>
          <p:nvGrpSpPr>
            <p:cNvPr id="20" name="그룹 19"/>
            <p:cNvGrpSpPr/>
            <p:nvPr/>
          </p:nvGrpSpPr>
          <p:grpSpPr>
            <a:xfrm>
              <a:off x="1856154" y="5638800"/>
              <a:ext cx="10147300" cy="6553200"/>
              <a:chOff x="1879600" y="5537200"/>
              <a:chExt cx="10147300" cy="6553200"/>
            </a:xfrm>
          </p:grpSpPr>
          <p:pic>
            <p:nvPicPr>
              <p:cNvPr id="29" name="Picture 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79600" y="5537200"/>
                <a:ext cx="10147300" cy="6553200"/>
              </a:xfrm>
              <a:prstGeom prst="rect">
                <a:avLst/>
              </a:prstGeom>
            </p:spPr>
          </p:pic>
          <p:pic>
            <p:nvPicPr>
              <p:cNvPr id="30" name="Picture 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08200" y="5778500"/>
                <a:ext cx="8826500" cy="6146800"/>
              </a:xfrm>
              <a:prstGeom prst="rect">
                <a:avLst/>
              </a:prstGeom>
            </p:spPr>
          </p:pic>
        </p:grpSp>
        <p:pic>
          <p:nvPicPr>
            <p:cNvPr id="2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587654" y="3441700"/>
              <a:ext cx="7366000" cy="736600"/>
            </a:xfrm>
            <a:prstGeom prst="rect">
              <a:avLst/>
            </a:prstGeom>
          </p:spPr>
        </p:pic>
        <p:pic>
          <p:nvPicPr>
            <p:cNvPr id="22" name="Picture 11"/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tretch>
              <a:fillRect/>
            </a:stretch>
          </p:blipFill>
          <p:spPr>
            <a:xfrm>
              <a:off x="12651154" y="4305300"/>
              <a:ext cx="8775700" cy="495300"/>
            </a:xfrm>
            <a:prstGeom prst="rect">
              <a:avLst/>
            </a:prstGeom>
          </p:spPr>
        </p:pic>
        <p:grpSp>
          <p:nvGrpSpPr>
            <p:cNvPr id="23" name="그룹 22"/>
            <p:cNvGrpSpPr/>
            <p:nvPr/>
          </p:nvGrpSpPr>
          <p:grpSpPr>
            <a:xfrm>
              <a:off x="12562254" y="5143500"/>
              <a:ext cx="9639300" cy="5067300"/>
              <a:chOff x="12585700" y="5054600"/>
              <a:chExt cx="9639300" cy="5067300"/>
            </a:xfrm>
          </p:grpSpPr>
          <p:pic>
            <p:nvPicPr>
              <p:cNvPr id="27" name="Picture 2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85700" y="5054600"/>
                <a:ext cx="9639300" cy="5067300"/>
              </a:xfrm>
              <a:prstGeom prst="rect">
                <a:avLst/>
              </a:prstGeom>
            </p:spPr>
          </p:pic>
          <p:pic>
            <p:nvPicPr>
              <p:cNvPr id="28" name="Picture 12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801600" y="5334000"/>
                <a:ext cx="9004300" cy="4495800"/>
              </a:xfrm>
              <a:prstGeom prst="rect">
                <a:avLst/>
              </a:prstGeom>
            </p:spPr>
          </p:pic>
        </p:grpSp>
        <p:pic>
          <p:nvPicPr>
            <p:cNvPr id="24" name="Picture 13"/>
            <p:cNvPicPr>
              <a:picLocks noChangeAspect="1"/>
            </p:cNvPicPr>
            <p:nvPr/>
          </p:nvPicPr>
          <p:blipFill>
            <a:blip r:embed="rId12">
              <a:alphaModFix amt="80000"/>
            </a:blip>
            <a:stretch>
              <a:fillRect/>
            </a:stretch>
          </p:blipFill>
          <p:spPr>
            <a:xfrm>
              <a:off x="12674600" y="10680700"/>
              <a:ext cx="8775700" cy="1511300"/>
            </a:xfrm>
            <a:prstGeom prst="rect">
              <a:avLst/>
            </a:prstGeom>
          </p:spPr>
        </p:pic>
        <p:pic>
          <p:nvPicPr>
            <p:cNvPr id="26" name="Picture 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66800" y="2431847"/>
              <a:ext cx="11156840" cy="8000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9865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4" name="그룹 13"/>
          <p:cNvGrpSpPr/>
          <p:nvPr/>
        </p:nvGrpSpPr>
        <p:grpSpPr>
          <a:xfrm>
            <a:off x="993042" y="1806079"/>
            <a:ext cx="22313900" cy="10253817"/>
            <a:chOff x="973992" y="2431847"/>
            <a:chExt cx="22313900" cy="10253817"/>
          </a:xfrm>
        </p:grpSpPr>
        <p:pic>
          <p:nvPicPr>
            <p:cNvPr id="15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3302000"/>
              <a:ext cx="7366000" cy="736600"/>
            </a:xfrm>
            <a:prstGeom prst="rect">
              <a:avLst/>
            </a:prstGeom>
          </p:spPr>
        </p:pic>
        <p:pic>
          <p:nvPicPr>
            <p:cNvPr id="16" name="Picture 7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tretch>
              <a:fillRect/>
            </a:stretch>
          </p:blipFill>
          <p:spPr>
            <a:xfrm>
              <a:off x="1066800" y="4229100"/>
              <a:ext cx="10909300" cy="495300"/>
            </a:xfrm>
            <a:prstGeom prst="rect">
              <a:avLst/>
            </a:prstGeom>
          </p:spPr>
        </p:pic>
        <p:grpSp>
          <p:nvGrpSpPr>
            <p:cNvPr id="17" name="그룹 16"/>
            <p:cNvGrpSpPr/>
            <p:nvPr/>
          </p:nvGrpSpPr>
          <p:grpSpPr>
            <a:xfrm>
              <a:off x="973992" y="4925964"/>
              <a:ext cx="10731500" cy="7759700"/>
              <a:chOff x="973992" y="4925964"/>
              <a:chExt cx="10731500" cy="7759700"/>
            </a:xfrm>
          </p:grpSpPr>
          <p:pic>
            <p:nvPicPr>
              <p:cNvPr id="22" name="Picture 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3992" y="4925964"/>
                <a:ext cx="10731500" cy="7759700"/>
              </a:xfrm>
              <a:prstGeom prst="rect">
                <a:avLst/>
              </a:prstGeom>
            </p:spPr>
          </p:pic>
          <p:pic>
            <p:nvPicPr>
              <p:cNvPr id="23" name="Picture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2592" y="5179964"/>
                <a:ext cx="10248900" cy="6896100"/>
              </a:xfrm>
              <a:prstGeom prst="rect">
                <a:avLst/>
              </a:prstGeom>
            </p:spPr>
          </p:pic>
        </p:grpSp>
        <p:pic>
          <p:nvPicPr>
            <p:cNvPr id="18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24592" y="3503564"/>
              <a:ext cx="11163300" cy="4470400"/>
            </a:xfrm>
            <a:prstGeom prst="rect">
              <a:avLst/>
            </a:prstGeom>
          </p:spPr>
        </p:pic>
        <p:pic>
          <p:nvPicPr>
            <p:cNvPr id="19" name="Picture 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24592" y="7973964"/>
              <a:ext cx="11163300" cy="4102100"/>
            </a:xfrm>
            <a:prstGeom prst="rect">
              <a:avLst/>
            </a:prstGeom>
          </p:spPr>
        </p:pic>
        <p:pic>
          <p:nvPicPr>
            <p:cNvPr id="20" name="Picture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49992" y="7783464"/>
              <a:ext cx="11099800" cy="444500"/>
            </a:xfrm>
            <a:prstGeom prst="rect">
              <a:avLst/>
            </a:prstGeom>
            <a:effectLst>
              <a:outerShdw blurRad="17758" dir="1260000">
                <a:srgbClr val="000000">
                  <a:alpha val="78000"/>
                </a:srgbClr>
              </a:outerShdw>
            </a:effectLst>
          </p:spPr>
        </p:pic>
        <p:pic>
          <p:nvPicPr>
            <p:cNvPr id="21" name="Picture 6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6800" y="2431847"/>
              <a:ext cx="11156840" cy="8000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95852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9" name="그룹 18"/>
          <p:cNvGrpSpPr/>
          <p:nvPr/>
        </p:nvGrpSpPr>
        <p:grpSpPr>
          <a:xfrm>
            <a:off x="1085850" y="1806079"/>
            <a:ext cx="22210546" cy="10140789"/>
            <a:chOff x="1066800" y="2431847"/>
            <a:chExt cx="22210546" cy="10140789"/>
          </a:xfrm>
        </p:grpSpPr>
        <p:pic>
          <p:nvPicPr>
            <p:cNvPr id="20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2431847"/>
              <a:ext cx="11156840" cy="800092"/>
            </a:xfrm>
            <a:prstGeom prst="rect">
              <a:avLst/>
            </a:prstGeom>
          </p:spPr>
        </p:pic>
        <p:pic>
          <p:nvPicPr>
            <p:cNvPr id="22" name="Picture 6"/>
            <p:cNvPicPr>
              <a:picLocks noChangeAspect="1"/>
            </p:cNvPicPr>
            <p:nvPr/>
          </p:nvPicPr>
          <p:blipFill>
            <a:blip r:embed="rId5">
              <a:alphaModFix amt="80000"/>
            </a:blip>
            <a:stretch>
              <a:fillRect/>
            </a:stretch>
          </p:blipFill>
          <p:spPr>
            <a:xfrm>
              <a:off x="1709911" y="4258015"/>
              <a:ext cx="2606125" cy="540632"/>
            </a:xfrm>
            <a:prstGeom prst="rect">
              <a:avLst/>
            </a:prstGeom>
          </p:spPr>
        </p:pic>
        <p:grpSp>
          <p:nvGrpSpPr>
            <p:cNvPr id="23" name="그룹 22"/>
            <p:cNvGrpSpPr/>
            <p:nvPr/>
          </p:nvGrpSpPr>
          <p:grpSpPr>
            <a:xfrm>
              <a:off x="2466332" y="4729906"/>
              <a:ext cx="7190931" cy="1937453"/>
              <a:chOff x="1295400" y="4609645"/>
              <a:chExt cx="6454131" cy="1738937"/>
            </a:xfrm>
          </p:grpSpPr>
          <p:pic>
            <p:nvPicPr>
              <p:cNvPr id="33" name="Picture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5400" y="4609645"/>
                <a:ext cx="6454131" cy="1738937"/>
              </a:xfrm>
              <a:prstGeom prst="rect">
                <a:avLst/>
              </a:prstGeom>
            </p:spPr>
          </p:pic>
          <p:pic>
            <p:nvPicPr>
              <p:cNvPr id="34" name="Picture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9164" y="5119866"/>
                <a:ext cx="6186602" cy="1148144"/>
              </a:xfrm>
              <a:prstGeom prst="rect">
                <a:avLst/>
              </a:prstGeom>
            </p:spPr>
          </p:pic>
        </p:grpSp>
        <p:pic>
          <p:nvPicPr>
            <p:cNvPr id="24" name="Picture 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499773" y="6969509"/>
              <a:ext cx="7166091" cy="1689061"/>
            </a:xfrm>
            <a:prstGeom prst="rect">
              <a:avLst/>
            </a:prstGeom>
          </p:spPr>
        </p:pic>
        <p:pic>
          <p:nvPicPr>
            <p:cNvPr id="26" name="Picture 10"/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tretch>
              <a:fillRect/>
            </a:stretch>
          </p:blipFill>
          <p:spPr>
            <a:xfrm>
              <a:off x="1709911" y="9038851"/>
              <a:ext cx="2671385" cy="554170"/>
            </a:xfrm>
            <a:prstGeom prst="rect">
              <a:avLst/>
            </a:prstGeom>
          </p:spPr>
        </p:pic>
        <p:pic>
          <p:nvPicPr>
            <p:cNvPr id="27" name="Picture 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466332" y="9806869"/>
              <a:ext cx="7461184" cy="2274002"/>
            </a:xfrm>
            <a:prstGeom prst="rect">
              <a:avLst/>
            </a:prstGeom>
          </p:spPr>
        </p:pic>
        <p:pic>
          <p:nvPicPr>
            <p:cNvPr id="28" name="Picture 12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1963400" y="3191007"/>
              <a:ext cx="4242367" cy="535444"/>
            </a:xfrm>
            <a:prstGeom prst="rect">
              <a:avLst/>
            </a:prstGeom>
          </p:spPr>
        </p:pic>
        <p:pic>
          <p:nvPicPr>
            <p:cNvPr id="29" name="Picture 13"/>
            <p:cNvPicPr>
              <a:picLocks noChangeAspect="1"/>
            </p:cNvPicPr>
            <p:nvPr/>
          </p:nvPicPr>
          <p:blipFill rotWithShape="1">
            <a:blip r:embed="rId12"/>
            <a:srcRect b="38375"/>
            <a:stretch/>
          </p:blipFill>
          <p:spPr>
            <a:xfrm>
              <a:off x="12085727" y="3866804"/>
              <a:ext cx="11191619" cy="1614289"/>
            </a:xfrm>
            <a:prstGeom prst="rect">
              <a:avLst/>
            </a:prstGeom>
          </p:spPr>
        </p:pic>
        <p:grpSp>
          <p:nvGrpSpPr>
            <p:cNvPr id="30" name="그룹 29"/>
            <p:cNvGrpSpPr/>
            <p:nvPr/>
          </p:nvGrpSpPr>
          <p:grpSpPr>
            <a:xfrm>
              <a:off x="12085727" y="5761800"/>
              <a:ext cx="10556239" cy="6810836"/>
              <a:chOff x="9064881" y="5690907"/>
              <a:chExt cx="10556239" cy="6810836"/>
            </a:xfrm>
          </p:grpSpPr>
          <p:pic>
            <p:nvPicPr>
              <p:cNvPr id="31" name="Picture 14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64881" y="5690907"/>
                <a:ext cx="10556239" cy="6810836"/>
              </a:xfrm>
              <a:prstGeom prst="rect">
                <a:avLst/>
              </a:prstGeom>
            </p:spPr>
          </p:pic>
          <p:pic>
            <p:nvPicPr>
              <p:cNvPr id="32" name="Picture 15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32409" y="5891553"/>
                <a:ext cx="9619888" cy="6387249"/>
              </a:xfrm>
              <a:prstGeom prst="rect">
                <a:avLst/>
              </a:prstGeom>
            </p:spPr>
          </p:pic>
        </p:grpSp>
      </p:grpSp>
      <p:pic>
        <p:nvPicPr>
          <p:cNvPr id="35" name="Pictur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85850" y="2646232"/>
            <a:ext cx="7665988" cy="76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22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6" name="그룹 15"/>
          <p:cNvGrpSpPr/>
          <p:nvPr/>
        </p:nvGrpSpPr>
        <p:grpSpPr>
          <a:xfrm>
            <a:off x="1085850" y="1806079"/>
            <a:ext cx="23247350" cy="10219136"/>
            <a:chOff x="1066800" y="2431847"/>
            <a:chExt cx="23247350" cy="10219136"/>
          </a:xfrm>
        </p:grpSpPr>
        <p:pic>
          <p:nvPicPr>
            <p:cNvPr id="17" name="Picture 6"/>
            <p:cNvPicPr>
              <a:picLocks noChangeAspect="1"/>
            </p:cNvPicPr>
            <p:nvPr/>
          </p:nvPicPr>
          <p:blipFill>
            <a:blip r:embed="rId4">
              <a:alphaModFix amt="80000"/>
            </a:blip>
            <a:stretch>
              <a:fillRect/>
            </a:stretch>
          </p:blipFill>
          <p:spPr>
            <a:xfrm>
              <a:off x="1644650" y="4167383"/>
              <a:ext cx="2933700" cy="495300"/>
            </a:xfrm>
            <a:prstGeom prst="rect">
              <a:avLst/>
            </a:prstGeom>
          </p:spPr>
        </p:pic>
        <p:pic>
          <p:nvPicPr>
            <p:cNvPr id="1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4650" y="4764283"/>
              <a:ext cx="11277600" cy="469900"/>
            </a:xfrm>
            <a:prstGeom prst="rect">
              <a:avLst/>
            </a:prstGeom>
          </p:spPr>
        </p:pic>
        <p:pic>
          <p:nvPicPr>
            <p:cNvPr id="1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19250" y="5399283"/>
              <a:ext cx="15214600" cy="3060700"/>
            </a:xfrm>
            <a:prstGeom prst="rect">
              <a:avLst/>
            </a:prstGeom>
          </p:spPr>
        </p:pic>
        <p:pic>
          <p:nvPicPr>
            <p:cNvPr id="2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44650" y="8396483"/>
              <a:ext cx="15214600" cy="2857500"/>
            </a:xfrm>
            <a:prstGeom prst="rect">
              <a:avLst/>
            </a:prstGeom>
          </p:spPr>
        </p:pic>
        <p:pic>
          <p:nvPicPr>
            <p:cNvPr id="2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644650" y="11850883"/>
              <a:ext cx="15532100" cy="800100"/>
            </a:xfrm>
            <a:prstGeom prst="rect">
              <a:avLst/>
            </a:prstGeom>
          </p:spPr>
        </p:pic>
        <p:pic>
          <p:nvPicPr>
            <p:cNvPr id="22" name="Picture 11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982950" y="7443983"/>
              <a:ext cx="8331200" cy="2057400"/>
            </a:xfrm>
            <a:prstGeom prst="rect">
              <a:avLst/>
            </a:prstGeom>
          </p:spPr>
        </p:pic>
        <p:pic>
          <p:nvPicPr>
            <p:cNvPr id="23" name="Picture 6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66800" y="2431847"/>
              <a:ext cx="11156840" cy="800092"/>
            </a:xfrm>
            <a:prstGeom prst="rect">
              <a:avLst/>
            </a:prstGeom>
          </p:spPr>
        </p:pic>
        <p:pic>
          <p:nvPicPr>
            <p:cNvPr id="24" name="Picture 5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6800" y="3274671"/>
              <a:ext cx="7665988" cy="7665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859211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1085850" y="1820740"/>
            <a:ext cx="21818600" cy="10074520"/>
            <a:chOff x="1066800" y="2431847"/>
            <a:chExt cx="21818600" cy="10074520"/>
          </a:xfrm>
        </p:grpSpPr>
        <p:pic>
          <p:nvPicPr>
            <p:cNvPr id="12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2431847"/>
              <a:ext cx="11156840" cy="800092"/>
            </a:xfrm>
            <a:prstGeom prst="rect">
              <a:avLst/>
            </a:prstGeom>
          </p:spPr>
        </p:pic>
        <p:grpSp>
          <p:nvGrpSpPr>
            <p:cNvPr id="13" name="그룹 12"/>
            <p:cNvGrpSpPr/>
            <p:nvPr/>
          </p:nvGrpSpPr>
          <p:grpSpPr>
            <a:xfrm>
              <a:off x="1981200" y="4170699"/>
              <a:ext cx="20904200" cy="8335668"/>
              <a:chOff x="1727200" y="3416300"/>
              <a:chExt cx="22453600" cy="8953500"/>
            </a:xfrm>
          </p:grpSpPr>
          <p:pic>
            <p:nvPicPr>
              <p:cNvPr id="15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27200" y="3416300"/>
                <a:ext cx="14109700" cy="1422400"/>
              </a:xfrm>
              <a:prstGeom prst="rect">
                <a:avLst/>
              </a:prstGeom>
            </p:spPr>
          </p:pic>
          <p:pic>
            <p:nvPicPr>
              <p:cNvPr id="16" name="Picture 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7200" y="5003800"/>
                <a:ext cx="16459200" cy="7366000"/>
              </a:xfrm>
              <a:prstGeom prst="rect">
                <a:avLst/>
              </a:prstGeom>
            </p:spPr>
          </p:pic>
          <p:pic>
            <p:nvPicPr>
              <p:cNvPr id="17" name="Picture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592800" y="7239000"/>
                <a:ext cx="5588000" cy="2082800"/>
              </a:xfrm>
              <a:prstGeom prst="rect">
                <a:avLst/>
              </a:prstGeom>
            </p:spPr>
          </p:pic>
        </p:grpSp>
      </p:grpSp>
      <p:pic>
        <p:nvPicPr>
          <p:cNvPr id="18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" y="2649219"/>
            <a:ext cx="7716633" cy="77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120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3089319" y="1749385"/>
            <a:ext cx="17805400" cy="10217230"/>
            <a:chOff x="1689100" y="1270000"/>
            <a:chExt cx="20040600" cy="1149985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89100" y="1270000"/>
              <a:ext cx="12750800" cy="91440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21000" y="2794000"/>
              <a:ext cx="18542000" cy="49911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33800" y="2959100"/>
              <a:ext cx="11163300" cy="46609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163800" y="3009900"/>
              <a:ext cx="5486400" cy="45720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 rot="10800000">
              <a:off x="2654300" y="8216900"/>
              <a:ext cx="19075400" cy="1524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9">
              <a:alphaModFix amt="80000"/>
            </a:blip>
            <a:stretch>
              <a:fillRect/>
            </a:stretch>
          </p:blipFill>
          <p:spPr>
            <a:xfrm>
              <a:off x="3924300" y="9525000"/>
              <a:ext cx="6845300" cy="26035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0">
              <a:alphaModFix amt="80000"/>
            </a:blip>
            <a:stretch>
              <a:fillRect/>
            </a:stretch>
          </p:blipFill>
          <p:spPr>
            <a:xfrm>
              <a:off x="4851400" y="8534400"/>
              <a:ext cx="4470400" cy="6858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4897100" y="8534400"/>
              <a:ext cx="4470400" cy="6858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12">
              <a:alphaModFix amt="80000"/>
            </a:blip>
            <a:stretch>
              <a:fillRect/>
            </a:stretch>
          </p:blipFill>
          <p:spPr>
            <a:xfrm>
              <a:off x="13919200" y="9448800"/>
              <a:ext cx="7810500" cy="318770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3">
              <a:alphaModFix amt="70000"/>
            </a:blip>
            <a:stretch>
              <a:fillRect/>
            </a:stretch>
          </p:blipFill>
          <p:spPr>
            <a:xfrm rot="5400000">
              <a:off x="10172700" y="10744200"/>
              <a:ext cx="3898900" cy="152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2578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18" name="그룹 17"/>
          <p:cNvGrpSpPr/>
          <p:nvPr/>
        </p:nvGrpSpPr>
        <p:grpSpPr>
          <a:xfrm>
            <a:off x="3089319" y="1749385"/>
            <a:ext cx="19338651" cy="10098753"/>
            <a:chOff x="3089319" y="2552620"/>
            <a:chExt cx="19338651" cy="10098753"/>
          </a:xfrm>
        </p:grpSpPr>
        <p:grpSp>
          <p:nvGrpSpPr>
            <p:cNvPr id="19" name="그룹 18"/>
            <p:cNvGrpSpPr/>
            <p:nvPr/>
          </p:nvGrpSpPr>
          <p:grpSpPr>
            <a:xfrm>
              <a:off x="3705310" y="3903624"/>
              <a:ext cx="18722660" cy="8747749"/>
              <a:chOff x="2387600" y="2794000"/>
              <a:chExt cx="21120100" cy="9867900"/>
            </a:xfrm>
          </p:grpSpPr>
          <p:pic>
            <p:nvPicPr>
              <p:cNvPr id="22" name="Picture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21000" y="2794000"/>
                <a:ext cx="18542000" cy="4991100"/>
              </a:xfrm>
              <a:prstGeom prst="rect">
                <a:avLst/>
              </a:prstGeom>
            </p:spPr>
          </p:pic>
          <p:pic>
            <p:nvPicPr>
              <p:cNvPr id="23" name="Picture 6"/>
              <p:cNvPicPr>
                <a:picLocks noChangeAspect="1"/>
              </p:cNvPicPr>
              <p:nvPr/>
            </p:nvPicPr>
            <p:blipFill>
              <a:blip r:embed="rId5">
                <a:alphaModFix amt="70000"/>
              </a:blip>
              <a:stretch>
                <a:fillRect/>
              </a:stretch>
            </p:blipFill>
            <p:spPr>
              <a:xfrm rot="5400000">
                <a:off x="6616700" y="10528300"/>
                <a:ext cx="3683000" cy="152400"/>
              </a:xfrm>
              <a:prstGeom prst="rect">
                <a:avLst/>
              </a:prstGeom>
            </p:spPr>
          </p:pic>
          <p:pic>
            <p:nvPicPr>
              <p:cNvPr id="24" name="Picture 8"/>
              <p:cNvPicPr>
                <a:picLocks noChangeAspect="1"/>
              </p:cNvPicPr>
              <p:nvPr/>
            </p:nvPicPr>
            <p:blipFill>
              <a:blip r:embed="rId6">
                <a:alphaModFix amt="80000"/>
              </a:blip>
              <a:stretch>
                <a:fillRect/>
              </a:stretch>
            </p:blipFill>
            <p:spPr>
              <a:xfrm>
                <a:off x="10172700" y="8559800"/>
                <a:ext cx="4470400" cy="596900"/>
              </a:xfrm>
              <a:prstGeom prst="rect">
                <a:avLst/>
              </a:prstGeom>
            </p:spPr>
          </p:pic>
          <p:pic>
            <p:nvPicPr>
              <p:cNvPr id="26" name="Picture 9"/>
              <p:cNvPicPr>
                <a:picLocks noChangeAspect="1"/>
              </p:cNvPicPr>
              <p:nvPr/>
            </p:nvPicPr>
            <p:blipFill>
              <a:blip r:embed="rId7">
                <a:alphaModFix amt="80000"/>
              </a:blip>
              <a:stretch>
                <a:fillRect/>
              </a:stretch>
            </p:blipFill>
            <p:spPr>
              <a:xfrm>
                <a:off x="9626600" y="9474200"/>
                <a:ext cx="5575300" cy="1828800"/>
              </a:xfrm>
              <a:prstGeom prst="rect">
                <a:avLst/>
              </a:prstGeom>
            </p:spPr>
          </p:pic>
          <p:pic>
            <p:nvPicPr>
              <p:cNvPr id="27" name="Picture 10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279900" y="3048000"/>
                <a:ext cx="16256000" cy="4495800"/>
              </a:xfrm>
              <a:prstGeom prst="rect">
                <a:avLst/>
              </a:prstGeom>
            </p:spPr>
          </p:pic>
          <p:pic>
            <p:nvPicPr>
              <p:cNvPr id="28" name="Picture 11"/>
              <p:cNvPicPr>
                <a:picLocks noChangeAspect="1"/>
              </p:cNvPicPr>
              <p:nvPr/>
            </p:nvPicPr>
            <p:blipFill>
              <a:blip r:embed="rId9">
                <a:alphaModFix amt="70000"/>
              </a:blip>
              <a:stretch>
                <a:fillRect/>
              </a:stretch>
            </p:blipFill>
            <p:spPr>
              <a:xfrm rot="5400000">
                <a:off x="14528800" y="10528300"/>
                <a:ext cx="3670300" cy="152400"/>
              </a:xfrm>
              <a:prstGeom prst="rect">
                <a:avLst/>
              </a:prstGeom>
            </p:spPr>
          </p:pic>
          <p:pic>
            <p:nvPicPr>
              <p:cNvPr id="29" name="Picture 12"/>
              <p:cNvPicPr>
                <a:picLocks noChangeAspect="1"/>
              </p:cNvPicPr>
              <p:nvPr/>
            </p:nvPicPr>
            <p:blipFill>
              <a:blip r:embed="rId10">
                <a:alphaModFix amt="80000"/>
              </a:blip>
              <a:stretch>
                <a:fillRect/>
              </a:stretch>
            </p:blipFill>
            <p:spPr>
              <a:xfrm>
                <a:off x="17259300" y="8559800"/>
                <a:ext cx="4470400" cy="596900"/>
              </a:xfrm>
              <a:prstGeom prst="rect">
                <a:avLst/>
              </a:prstGeom>
            </p:spPr>
          </p:pic>
          <p:pic>
            <p:nvPicPr>
              <p:cNvPr id="30" name="Picture 13"/>
              <p:cNvPicPr>
                <a:picLocks noChangeAspect="1"/>
              </p:cNvPicPr>
              <p:nvPr/>
            </p:nvPicPr>
            <p:blipFill>
              <a:blip r:embed="rId11">
                <a:alphaModFix amt="80000"/>
              </a:blip>
              <a:stretch>
                <a:fillRect/>
              </a:stretch>
            </p:blipFill>
            <p:spPr>
              <a:xfrm>
                <a:off x="17259300" y="9474200"/>
                <a:ext cx="6248400" cy="1828800"/>
              </a:xfrm>
              <a:prstGeom prst="rect">
                <a:avLst/>
              </a:prstGeom>
            </p:spPr>
          </p:pic>
          <p:pic>
            <p:nvPicPr>
              <p:cNvPr id="31" name="Picture 14"/>
              <p:cNvPicPr>
                <a:picLocks noChangeAspect="1"/>
              </p:cNvPicPr>
              <p:nvPr/>
            </p:nvPicPr>
            <p:blipFill>
              <a:blip r:embed="rId12">
                <a:alphaModFix amt="80000"/>
              </a:blip>
              <a:stretch>
                <a:fillRect/>
              </a:stretch>
            </p:blipFill>
            <p:spPr>
              <a:xfrm>
                <a:off x="2387600" y="9474200"/>
                <a:ext cx="6070600" cy="3187700"/>
              </a:xfrm>
              <a:prstGeom prst="rect">
                <a:avLst/>
              </a:prstGeom>
            </p:spPr>
          </p:pic>
          <p:pic>
            <p:nvPicPr>
              <p:cNvPr id="32" name="Picture 15"/>
              <p:cNvPicPr>
                <a:picLocks noChangeAspect="1"/>
              </p:cNvPicPr>
              <p:nvPr/>
            </p:nvPicPr>
            <p:blipFill>
              <a:blip r:embed="rId13">
                <a:alphaModFix amt="70000"/>
              </a:blip>
              <a:stretch>
                <a:fillRect/>
              </a:stretch>
            </p:blipFill>
            <p:spPr>
              <a:xfrm rot="10800000">
                <a:off x="2654300" y="8216900"/>
                <a:ext cx="19075400" cy="152400"/>
              </a:xfrm>
              <a:prstGeom prst="rect">
                <a:avLst/>
              </a:prstGeom>
            </p:spPr>
          </p:pic>
        </p:grpSp>
        <p:sp>
          <p:nvSpPr>
            <p:cNvPr id="20" name="TextBox 19"/>
            <p:cNvSpPr txBox="1"/>
            <p:nvPr/>
          </p:nvSpPr>
          <p:spPr>
            <a:xfrm>
              <a:off x="3941736" y="8975882"/>
              <a:ext cx="3962944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200" b="1" dirty="0" smtClean="0">
                  <a:solidFill>
                    <a:srgbClr val="656263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대극장</a:t>
              </a:r>
              <a:endParaRPr lang="ko-KR" altLang="en-US" sz="3200" b="1" dirty="0">
                <a:solidFill>
                  <a:srgbClr val="656263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pic>
          <p:nvPicPr>
            <p:cNvPr id="21" name="Picture 4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089319" y="2552620"/>
              <a:ext cx="11328658" cy="812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8449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114" name="Picture 6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89010"/>
            <a:ext cx="4470400" cy="469900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1398555" y="1870807"/>
            <a:ext cx="21615400" cy="9974386"/>
            <a:chOff x="1371600" y="2489200"/>
            <a:chExt cx="21615400" cy="9974386"/>
          </a:xfrm>
        </p:grpSpPr>
        <p:grpSp>
          <p:nvGrpSpPr>
            <p:cNvPr id="4" name="그룹 3"/>
            <p:cNvGrpSpPr/>
            <p:nvPr/>
          </p:nvGrpSpPr>
          <p:grpSpPr>
            <a:xfrm>
              <a:off x="1371600" y="3745035"/>
              <a:ext cx="10464800" cy="4914900"/>
              <a:chOff x="1397000" y="3390900"/>
              <a:chExt cx="10464800" cy="4914900"/>
            </a:xfrm>
          </p:grpSpPr>
          <p:pic>
            <p:nvPicPr>
              <p:cNvPr id="5" name="Picture 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7000" y="3390900"/>
                <a:ext cx="10464800" cy="4914900"/>
              </a:xfrm>
              <a:prstGeom prst="rect">
                <a:avLst/>
              </a:prstGeom>
            </p:spPr>
          </p:pic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55800" y="3810000"/>
                <a:ext cx="9347200" cy="4076700"/>
              </a:xfrm>
              <a:prstGeom prst="rect">
                <a:avLst/>
              </a:prstGeom>
            </p:spPr>
          </p:pic>
        </p:grpSp>
        <p:grpSp>
          <p:nvGrpSpPr>
            <p:cNvPr id="7" name="그룹 6"/>
            <p:cNvGrpSpPr/>
            <p:nvPr/>
          </p:nvGrpSpPr>
          <p:grpSpPr>
            <a:xfrm>
              <a:off x="12522200" y="3745035"/>
              <a:ext cx="10464800" cy="4914900"/>
              <a:chOff x="12547600" y="3390900"/>
              <a:chExt cx="10464800" cy="4914900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547600" y="3390900"/>
                <a:ext cx="10464800" cy="4914900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890500" y="3683000"/>
                <a:ext cx="9791700" cy="4318000"/>
              </a:xfrm>
              <a:prstGeom prst="rect">
                <a:avLst/>
              </a:prstGeom>
            </p:spPr>
          </p:pic>
        </p:grp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21304" y="9333352"/>
              <a:ext cx="13515163" cy="13208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15438" y="10973846"/>
              <a:ext cx="13515167" cy="148974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9">
              <a:alphaModFix amt="70000"/>
            </a:blip>
            <a:stretch>
              <a:fillRect/>
            </a:stretch>
          </p:blipFill>
          <p:spPr>
            <a:xfrm rot="10800000">
              <a:off x="1397000" y="8966200"/>
              <a:ext cx="21590000" cy="152400"/>
            </a:xfrm>
            <a:prstGeom prst="rect">
              <a:avLst/>
            </a:prstGeom>
          </p:spPr>
        </p:pic>
        <p:pic>
          <p:nvPicPr>
            <p:cNvPr id="13" name="Picture 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97000" y="2489200"/>
              <a:ext cx="127508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5106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4" descr="C:/Users/spml/AppData/Roaming/PolarisOffice/ETemp/20396_22951992/fImage1493700658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"/>
            <a:ext cx="24384635" cy="13716635"/>
          </a:xfrm>
          <a:prstGeom prst="rect">
            <a:avLst/>
          </a:prstGeom>
          <a:noFill/>
        </p:spPr>
      </p:pic>
      <p:pic>
        <p:nvPicPr>
          <p:cNvPr id="10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689099" y="774699"/>
            <a:ext cx="5516623" cy="624205"/>
          </a:xfrm>
          <a:prstGeom prst="rect">
            <a:avLst/>
          </a:prstGeom>
        </p:spPr>
      </p:pic>
      <p:pic>
        <p:nvPicPr>
          <p:cNvPr id="12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599" y="9063355"/>
            <a:ext cx="9811855" cy="3141345"/>
          </a:xfrm>
          <a:prstGeom prst="rect">
            <a:avLst/>
          </a:prstGeom>
        </p:spPr>
      </p:pic>
      <p:pic>
        <p:nvPicPr>
          <p:cNvPr id="1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0300677"/>
            <a:ext cx="7286090" cy="1752600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57700" y="6807200"/>
            <a:ext cx="6019800" cy="65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45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90249"/>
            <a:ext cx="4458677" cy="504499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1301733" y="1741835"/>
            <a:ext cx="21400860" cy="10232330"/>
            <a:chOff x="1272186" y="2465082"/>
            <a:chExt cx="21400860" cy="10232330"/>
          </a:xfrm>
        </p:grpSpPr>
        <p:pic>
          <p:nvPicPr>
            <p:cNvPr id="5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186" y="2465082"/>
              <a:ext cx="6225027" cy="839330"/>
            </a:xfrm>
            <a:prstGeom prst="rect">
              <a:avLst/>
            </a:prstGeom>
          </p:spPr>
        </p:pic>
        <p:pic>
          <p:nvPicPr>
            <p:cNvPr id="6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27454" y="5262847"/>
              <a:ext cx="1398883" cy="39635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09151" y="4324431"/>
              <a:ext cx="8474897" cy="217992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>
              <a:alphaModFix amt="80000"/>
            </a:blip>
            <a:stretch>
              <a:fillRect/>
            </a:stretch>
          </p:blipFill>
          <p:spPr>
            <a:xfrm>
              <a:off x="1820835" y="6813276"/>
              <a:ext cx="9524327" cy="65281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59782" y="3432643"/>
              <a:ext cx="7460706" cy="746071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59782" y="7640948"/>
              <a:ext cx="7460706" cy="746071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09151" y="9373134"/>
              <a:ext cx="7647225" cy="2179925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509151" y="11686050"/>
              <a:ext cx="9524327" cy="652810"/>
            </a:xfrm>
            <a:prstGeom prst="rect">
              <a:avLst/>
            </a:prstGeom>
          </p:spPr>
        </p:pic>
        <p:grpSp>
          <p:nvGrpSpPr>
            <p:cNvPr id="13" name="그룹 12"/>
            <p:cNvGrpSpPr/>
            <p:nvPr/>
          </p:nvGrpSpPr>
          <p:grpSpPr>
            <a:xfrm>
              <a:off x="12286343" y="2473912"/>
              <a:ext cx="10386703" cy="10223500"/>
              <a:chOff x="10353265" y="2465082"/>
              <a:chExt cx="10386703" cy="10223500"/>
            </a:xfrm>
          </p:grpSpPr>
          <p:pic>
            <p:nvPicPr>
              <p:cNvPr id="14" name="Picture 1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53265" y="2465082"/>
                <a:ext cx="10386703" cy="10223500"/>
              </a:xfrm>
              <a:prstGeom prst="rect">
                <a:avLst/>
              </a:prstGeom>
            </p:spPr>
          </p:pic>
          <p:pic>
            <p:nvPicPr>
              <p:cNvPr id="15" name="Picture 13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16468" y="2826460"/>
                <a:ext cx="10071954" cy="4884432"/>
              </a:xfrm>
              <a:prstGeom prst="rect">
                <a:avLst/>
              </a:prstGeom>
            </p:spPr>
          </p:pic>
          <p:pic>
            <p:nvPicPr>
              <p:cNvPr id="16" name="Picture 14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46524" y="7710892"/>
                <a:ext cx="9955381" cy="4721229"/>
              </a:xfrm>
              <a:prstGeom prst="rect">
                <a:avLst/>
              </a:prstGeom>
            </p:spPr>
          </p:pic>
        </p:grpSp>
        <p:pic>
          <p:nvPicPr>
            <p:cNvPr id="17" name="Picture 15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09151" y="8615406"/>
              <a:ext cx="7309161" cy="5245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0963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90249"/>
            <a:ext cx="4458677" cy="504499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301733" y="1732033"/>
            <a:ext cx="21479686" cy="10128452"/>
            <a:chOff x="1272186" y="2465082"/>
            <a:chExt cx="21479686" cy="10128452"/>
          </a:xfrm>
        </p:grpSpPr>
        <p:pic>
          <p:nvPicPr>
            <p:cNvPr id="6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186" y="2465082"/>
              <a:ext cx="6225027" cy="839330"/>
            </a:xfrm>
            <a:prstGeom prst="rect">
              <a:avLst/>
            </a:prstGeom>
          </p:spPr>
        </p:pic>
        <p:pic>
          <p:nvPicPr>
            <p:cNvPr id="7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27454" y="5262847"/>
              <a:ext cx="1398883" cy="39635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9782" y="3442114"/>
              <a:ext cx="7366000" cy="736600"/>
            </a:xfrm>
            <a:prstGeom prst="rect">
              <a:avLst/>
            </a:prstGeom>
          </p:spPr>
        </p:pic>
        <p:grpSp>
          <p:nvGrpSpPr>
            <p:cNvPr id="9" name="그룹 8"/>
            <p:cNvGrpSpPr/>
            <p:nvPr/>
          </p:nvGrpSpPr>
          <p:grpSpPr>
            <a:xfrm>
              <a:off x="1823478" y="4156518"/>
              <a:ext cx="20928394" cy="8437016"/>
              <a:chOff x="1333500" y="3962400"/>
              <a:chExt cx="21907500" cy="8831730"/>
            </a:xfrm>
          </p:grpSpPr>
          <p:pic>
            <p:nvPicPr>
              <p:cNvPr id="10" name="Picture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237200" y="4699000"/>
                <a:ext cx="1524000" cy="431800"/>
              </a:xfrm>
              <a:prstGeom prst="rect">
                <a:avLst/>
              </a:prstGeom>
            </p:spPr>
          </p:pic>
          <p:pic>
            <p:nvPicPr>
              <p:cNvPr id="11" name="Picture 6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33500" y="4864100"/>
                <a:ext cx="10312400" cy="2374900"/>
              </a:xfrm>
              <a:prstGeom prst="rect">
                <a:avLst/>
              </a:prstGeom>
            </p:spPr>
          </p:pic>
          <p:pic>
            <p:nvPicPr>
              <p:cNvPr id="12" name="Picture 7"/>
              <p:cNvPicPr>
                <a:picLocks noChangeAspect="1"/>
              </p:cNvPicPr>
              <p:nvPr/>
            </p:nvPicPr>
            <p:blipFill>
              <a:blip r:embed="rId8">
                <a:alphaModFix amt="80000"/>
              </a:blip>
              <a:stretch>
                <a:fillRect/>
              </a:stretch>
            </p:blipFill>
            <p:spPr>
              <a:xfrm>
                <a:off x="2899178" y="12095629"/>
                <a:ext cx="10190943" cy="698501"/>
              </a:xfrm>
              <a:prstGeom prst="rect">
                <a:avLst/>
              </a:prstGeom>
            </p:spPr>
          </p:pic>
          <p:pic>
            <p:nvPicPr>
              <p:cNvPr id="13" name="Picture 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33500" y="7289360"/>
                <a:ext cx="13322300" cy="4660900"/>
              </a:xfrm>
              <a:prstGeom prst="rect">
                <a:avLst/>
              </a:prstGeom>
            </p:spPr>
          </p:pic>
          <p:pic>
            <p:nvPicPr>
              <p:cNvPr id="14" name="Picture 10"/>
              <p:cNvPicPr>
                <a:picLocks noChangeAspect="1"/>
              </p:cNvPicPr>
              <p:nvPr/>
            </p:nvPicPr>
            <p:blipFill>
              <a:blip r:embed="rId10">
                <a:alphaModFix amt="80000"/>
              </a:blip>
              <a:stretch>
                <a:fillRect/>
              </a:stretch>
            </p:blipFill>
            <p:spPr>
              <a:xfrm>
                <a:off x="1333500" y="4165600"/>
                <a:ext cx="4533900" cy="495300"/>
              </a:xfrm>
              <a:prstGeom prst="rect">
                <a:avLst/>
              </a:prstGeom>
            </p:spPr>
          </p:pic>
          <p:pic>
            <p:nvPicPr>
              <p:cNvPr id="15" name="Picture 11"/>
              <p:cNvPicPr>
                <a:picLocks noChangeAspect="1"/>
              </p:cNvPicPr>
              <p:nvPr/>
            </p:nvPicPr>
            <p:blipFill>
              <a:blip r:embed="rId11">
                <a:alphaModFix amt="80000"/>
              </a:blip>
              <a:stretch>
                <a:fillRect/>
              </a:stretch>
            </p:blipFill>
            <p:spPr>
              <a:xfrm>
                <a:off x="15074900" y="3962400"/>
                <a:ext cx="4533900" cy="495300"/>
              </a:xfrm>
              <a:prstGeom prst="rect">
                <a:avLst/>
              </a:prstGeom>
            </p:spPr>
          </p:pic>
          <p:pic>
            <p:nvPicPr>
              <p:cNvPr id="16" name="Picture 12"/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074900" y="4584700"/>
                <a:ext cx="8166100" cy="1422400"/>
              </a:xfrm>
              <a:prstGeom prst="rect">
                <a:avLst/>
              </a:prstGeom>
            </p:spPr>
          </p:pic>
          <p:pic>
            <p:nvPicPr>
              <p:cNvPr id="17" name="Picture 13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239999" y="6440751"/>
                <a:ext cx="7835900" cy="61976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71570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90249"/>
            <a:ext cx="4458677" cy="504499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1301733" y="1732033"/>
            <a:ext cx="21558267" cy="9951980"/>
            <a:chOff x="1272186" y="2465082"/>
            <a:chExt cx="21558267" cy="9951980"/>
          </a:xfrm>
        </p:grpSpPr>
        <p:pic>
          <p:nvPicPr>
            <p:cNvPr id="1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186" y="2465082"/>
              <a:ext cx="6225027" cy="839330"/>
            </a:xfrm>
            <a:prstGeom prst="rect">
              <a:avLst/>
            </a:prstGeom>
          </p:spPr>
        </p:pic>
        <p:pic>
          <p:nvPicPr>
            <p:cNvPr id="15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59782" y="3442114"/>
              <a:ext cx="7366000" cy="736600"/>
            </a:xfrm>
            <a:prstGeom prst="rect">
              <a:avLst/>
            </a:prstGeom>
          </p:spPr>
        </p:pic>
        <p:grpSp>
          <p:nvGrpSpPr>
            <p:cNvPr id="16" name="그룹 15"/>
            <p:cNvGrpSpPr/>
            <p:nvPr/>
          </p:nvGrpSpPr>
          <p:grpSpPr>
            <a:xfrm>
              <a:off x="1272186" y="4339862"/>
              <a:ext cx="15849600" cy="8077200"/>
              <a:chOff x="1092200" y="4254500"/>
              <a:chExt cx="15849600" cy="8077200"/>
            </a:xfrm>
          </p:grpSpPr>
          <p:pic>
            <p:nvPicPr>
              <p:cNvPr id="18" name="Picture 2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2200" y="4254500"/>
                <a:ext cx="15849600" cy="8077200"/>
              </a:xfrm>
              <a:prstGeom prst="rect">
                <a:avLst/>
              </a:prstGeom>
            </p:spPr>
          </p:pic>
          <p:pic>
            <p:nvPicPr>
              <p:cNvPr id="19" name="Picture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78900" y="4483100"/>
                <a:ext cx="7620000" cy="7137400"/>
              </a:xfrm>
              <a:prstGeom prst="rect">
                <a:avLst/>
              </a:prstGeom>
            </p:spPr>
          </p:pic>
          <p:pic>
            <p:nvPicPr>
              <p:cNvPr id="20" name="Picture 9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33500" y="4483100"/>
                <a:ext cx="7366000" cy="7645400"/>
              </a:xfrm>
              <a:prstGeom prst="rect">
                <a:avLst/>
              </a:prstGeom>
            </p:spPr>
          </p:pic>
        </p:grpSp>
        <p:pic>
          <p:nvPicPr>
            <p:cNvPr id="17" name="Picture 10"/>
            <p:cNvPicPr>
              <a:picLocks noChangeAspect="1"/>
            </p:cNvPicPr>
            <p:nvPr/>
          </p:nvPicPr>
          <p:blipFill rotWithShape="1">
            <a:blip r:embed="rId9"/>
            <a:srcRect l="19536" r="20891"/>
            <a:stretch/>
          </p:blipFill>
          <p:spPr>
            <a:xfrm>
              <a:off x="17344053" y="6096000"/>
              <a:ext cx="5486400" cy="4548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2097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90249"/>
            <a:ext cx="4458677" cy="504499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288914" y="1732033"/>
            <a:ext cx="21688437" cy="10080311"/>
            <a:chOff x="1272186" y="2465082"/>
            <a:chExt cx="21688437" cy="10080311"/>
          </a:xfrm>
        </p:grpSpPr>
        <p:pic>
          <p:nvPicPr>
            <p:cNvPr id="6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186" y="2465082"/>
              <a:ext cx="6225027" cy="839330"/>
            </a:xfrm>
            <a:prstGeom prst="rect">
              <a:avLst/>
            </a:prstGeom>
          </p:spPr>
        </p:pic>
        <p:pic>
          <p:nvPicPr>
            <p:cNvPr id="7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27454" y="5262847"/>
              <a:ext cx="1398883" cy="39635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9782" y="3442114"/>
              <a:ext cx="7366000" cy="736600"/>
            </a:xfrm>
            <a:prstGeom prst="rect">
              <a:avLst/>
            </a:prstGeom>
          </p:spPr>
        </p:pic>
        <p:pic>
          <p:nvPicPr>
            <p:cNvPr id="9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688123" y="4949691"/>
              <a:ext cx="21272500" cy="4762500"/>
            </a:xfrm>
            <a:prstGeom prst="rect">
              <a:avLst/>
            </a:prstGeom>
          </p:spPr>
        </p:pic>
        <p:pic>
          <p:nvPicPr>
            <p:cNvPr id="10" name="Picture 8"/>
            <p:cNvPicPr>
              <a:picLocks noChangeAspect="1"/>
            </p:cNvPicPr>
            <p:nvPr/>
          </p:nvPicPr>
          <p:blipFill>
            <a:blip r:embed="rId8">
              <a:alphaModFix amt="80000"/>
            </a:blip>
            <a:stretch>
              <a:fillRect/>
            </a:stretch>
          </p:blipFill>
          <p:spPr>
            <a:xfrm>
              <a:off x="1676400" y="4454391"/>
              <a:ext cx="4533900" cy="495300"/>
            </a:xfrm>
            <a:prstGeom prst="rect">
              <a:avLst/>
            </a:prstGeom>
          </p:spPr>
        </p:pic>
        <p:pic>
          <p:nvPicPr>
            <p:cNvPr id="11" name="Picture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060868" y="10065206"/>
              <a:ext cx="8357479" cy="2480187"/>
            </a:xfrm>
            <a:prstGeom prst="rect">
              <a:avLst/>
            </a:prstGeom>
          </p:spPr>
        </p:pic>
        <p:pic>
          <p:nvPicPr>
            <p:cNvPr id="12" name="Picture 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026662" y="10025347"/>
              <a:ext cx="8357479" cy="24801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6157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90249"/>
            <a:ext cx="4458677" cy="504499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1288914" y="1728120"/>
            <a:ext cx="22577437" cy="9434818"/>
            <a:chOff x="1272186" y="2465082"/>
            <a:chExt cx="22577437" cy="9434818"/>
          </a:xfrm>
        </p:grpSpPr>
        <p:pic>
          <p:nvPicPr>
            <p:cNvPr id="6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2186" y="2465082"/>
              <a:ext cx="6225027" cy="839330"/>
            </a:xfrm>
            <a:prstGeom prst="rect">
              <a:avLst/>
            </a:prstGeom>
          </p:spPr>
        </p:pic>
        <p:pic>
          <p:nvPicPr>
            <p:cNvPr id="7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627454" y="5262847"/>
              <a:ext cx="1398883" cy="396350"/>
            </a:xfrm>
            <a:prstGeom prst="rect">
              <a:avLst/>
            </a:prstGeom>
          </p:spPr>
        </p:pic>
        <p:pic>
          <p:nvPicPr>
            <p:cNvPr id="8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59782" y="3442114"/>
              <a:ext cx="7366000" cy="736600"/>
            </a:xfrm>
            <a:prstGeom prst="rect">
              <a:avLst/>
            </a:prstGeom>
          </p:spPr>
        </p:pic>
        <p:pic>
          <p:nvPicPr>
            <p:cNvPr id="9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275205" y="5130800"/>
              <a:ext cx="1524000" cy="431800"/>
            </a:xfrm>
            <a:prstGeom prst="rect">
              <a:avLst/>
            </a:prstGeom>
          </p:spPr>
        </p:pic>
        <p:pic>
          <p:nvPicPr>
            <p:cNvPr id="10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371505" y="6553200"/>
              <a:ext cx="7810500" cy="5346700"/>
            </a:xfrm>
            <a:prstGeom prst="rect">
              <a:avLst/>
            </a:prstGeom>
          </p:spPr>
        </p:pic>
        <p:pic>
          <p:nvPicPr>
            <p:cNvPr id="11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182005" y="6553200"/>
              <a:ext cx="7810500" cy="5346700"/>
            </a:xfrm>
            <a:prstGeom prst="rect">
              <a:avLst/>
            </a:prstGeom>
          </p:spPr>
        </p:pic>
        <p:pic>
          <p:nvPicPr>
            <p:cNvPr id="12" name="Picture 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71505" y="5162550"/>
              <a:ext cx="19507200" cy="952500"/>
            </a:xfrm>
            <a:prstGeom prst="rect">
              <a:avLst/>
            </a:prstGeom>
          </p:spPr>
        </p:pic>
        <p:pic>
          <p:nvPicPr>
            <p:cNvPr id="13" name="Picture 1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71505" y="4457700"/>
              <a:ext cx="7962900" cy="571500"/>
            </a:xfrm>
            <a:prstGeom prst="rect">
              <a:avLst/>
            </a:prstGeom>
          </p:spPr>
        </p:pic>
        <p:pic>
          <p:nvPicPr>
            <p:cNvPr id="14" name="Picture 11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6623323" y="7162800"/>
              <a:ext cx="7226300" cy="386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35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50900" y="890249"/>
            <a:ext cx="4458677" cy="504499"/>
          </a:xfrm>
          <a:prstGeom prst="rect">
            <a:avLst/>
          </a:prstGeom>
        </p:spPr>
      </p:pic>
      <p:grpSp>
        <p:nvGrpSpPr>
          <p:cNvPr id="18" name="그룹 17"/>
          <p:cNvGrpSpPr/>
          <p:nvPr/>
        </p:nvGrpSpPr>
        <p:grpSpPr>
          <a:xfrm>
            <a:off x="1272186" y="1728120"/>
            <a:ext cx="21610627" cy="9801524"/>
            <a:chOff x="1272186" y="2458278"/>
            <a:chExt cx="21610627" cy="9801524"/>
          </a:xfrm>
        </p:grpSpPr>
        <p:pic>
          <p:nvPicPr>
            <p:cNvPr id="19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627454" y="5262847"/>
              <a:ext cx="1398883" cy="396350"/>
            </a:xfrm>
            <a:prstGeom prst="rect">
              <a:avLst/>
            </a:prstGeom>
          </p:spPr>
        </p:pic>
        <p:pic>
          <p:nvPicPr>
            <p:cNvPr id="20" name="Pictur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75205" y="5130800"/>
              <a:ext cx="1524000" cy="431800"/>
            </a:xfrm>
            <a:prstGeom prst="rect">
              <a:avLst/>
            </a:prstGeom>
          </p:spPr>
        </p:pic>
        <p:pic>
          <p:nvPicPr>
            <p:cNvPr id="21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2186" y="2458278"/>
              <a:ext cx="7474181" cy="846134"/>
            </a:xfrm>
            <a:prstGeom prst="rect">
              <a:avLst/>
            </a:prstGeom>
          </p:spPr>
        </p:pic>
        <p:pic>
          <p:nvPicPr>
            <p:cNvPr id="22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700655" y="5406292"/>
              <a:ext cx="1524000" cy="431800"/>
            </a:xfrm>
            <a:prstGeom prst="rect">
              <a:avLst/>
            </a:prstGeom>
          </p:spPr>
        </p:pic>
        <p:grpSp>
          <p:nvGrpSpPr>
            <p:cNvPr id="23" name="그룹 22"/>
            <p:cNvGrpSpPr/>
            <p:nvPr/>
          </p:nvGrpSpPr>
          <p:grpSpPr>
            <a:xfrm>
              <a:off x="2694998" y="3860800"/>
              <a:ext cx="6908800" cy="1244600"/>
              <a:chOff x="2139855" y="3450492"/>
              <a:chExt cx="6908800" cy="1244600"/>
            </a:xfrm>
          </p:grpSpPr>
          <p:pic>
            <p:nvPicPr>
              <p:cNvPr id="31" name="Picture 3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9855" y="3450492"/>
                <a:ext cx="6908800" cy="1244600"/>
              </a:xfrm>
              <a:prstGeom prst="rect">
                <a:avLst/>
              </a:prstGeom>
              <a:effectLst>
                <a:outerShdw blurRad="524879" dir="5400000">
                  <a:srgbClr val="4A9EED">
                    <a:alpha val="58000"/>
                  </a:srgbClr>
                </a:outerShdw>
              </a:effectLst>
            </p:spPr>
          </p:pic>
          <p:pic>
            <p:nvPicPr>
              <p:cNvPr id="32" name="Picture 8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9855" y="3704492"/>
                <a:ext cx="6908800" cy="736600"/>
              </a:xfrm>
              <a:prstGeom prst="rect">
                <a:avLst/>
              </a:prstGeom>
            </p:spPr>
          </p:pic>
        </p:grpSp>
        <p:grpSp>
          <p:nvGrpSpPr>
            <p:cNvPr id="24" name="그룹 23"/>
            <p:cNvGrpSpPr/>
            <p:nvPr/>
          </p:nvGrpSpPr>
          <p:grpSpPr>
            <a:xfrm>
              <a:off x="14764290" y="3857987"/>
              <a:ext cx="6908800" cy="1244600"/>
              <a:chOff x="14065155" y="3450492"/>
              <a:chExt cx="6908800" cy="1244600"/>
            </a:xfrm>
          </p:grpSpPr>
          <p:pic>
            <p:nvPicPr>
              <p:cNvPr id="29" name="Picture 2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065155" y="3450492"/>
                <a:ext cx="6908800" cy="1244600"/>
              </a:xfrm>
              <a:prstGeom prst="rect">
                <a:avLst/>
              </a:prstGeom>
              <a:effectLst>
                <a:outerShdw blurRad="524879" dir="5400000">
                  <a:srgbClr val="4A9EED">
                    <a:alpha val="58000"/>
                  </a:srgbClr>
                </a:outerShdw>
              </a:effectLst>
            </p:spPr>
          </p:pic>
          <p:pic>
            <p:nvPicPr>
              <p:cNvPr id="30" name="Picture 9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090555" y="3704492"/>
                <a:ext cx="6883400" cy="736600"/>
              </a:xfrm>
              <a:prstGeom prst="rect">
                <a:avLst/>
              </a:prstGeom>
            </p:spPr>
          </p:pic>
        </p:grpSp>
        <p:pic>
          <p:nvPicPr>
            <p:cNvPr id="26" name="Picture 10"/>
            <p:cNvPicPr>
              <a:picLocks noChangeAspect="1"/>
            </p:cNvPicPr>
            <p:nvPr/>
          </p:nvPicPr>
          <p:blipFill>
            <a:blip r:embed="rId10">
              <a:alphaModFix amt="80000"/>
            </a:blip>
            <a:stretch>
              <a:fillRect/>
            </a:stretch>
          </p:blipFill>
          <p:spPr>
            <a:xfrm>
              <a:off x="2135275" y="5657361"/>
              <a:ext cx="8793594" cy="6134411"/>
            </a:xfrm>
            <a:prstGeom prst="rect">
              <a:avLst/>
            </a:prstGeom>
          </p:spPr>
        </p:pic>
        <p:pic>
          <p:nvPicPr>
            <p:cNvPr id="27" name="Picture 11"/>
            <p:cNvPicPr>
              <a:picLocks noChangeAspect="1"/>
            </p:cNvPicPr>
            <p:nvPr/>
          </p:nvPicPr>
          <p:blipFill>
            <a:blip r:embed="rId11">
              <a:alphaModFix amt="80000"/>
            </a:blip>
            <a:stretch>
              <a:fillRect/>
            </a:stretch>
          </p:blipFill>
          <p:spPr>
            <a:xfrm>
              <a:off x="13554568" y="5562600"/>
              <a:ext cx="9328245" cy="6697202"/>
            </a:xfrm>
            <a:prstGeom prst="rect">
              <a:avLst/>
            </a:prstGeom>
          </p:spPr>
        </p:pic>
        <p:pic>
          <p:nvPicPr>
            <p:cNvPr id="28" name="Picture 12"/>
            <p:cNvPicPr>
              <a:picLocks noChangeAspect="1"/>
            </p:cNvPicPr>
            <p:nvPr/>
          </p:nvPicPr>
          <p:blipFill>
            <a:blip r:embed="rId12">
              <a:alphaModFix amt="70000"/>
            </a:blip>
            <a:stretch>
              <a:fillRect/>
            </a:stretch>
          </p:blipFill>
          <p:spPr>
            <a:xfrm rot="5400000">
              <a:off x="7996708" y="7988310"/>
              <a:ext cx="8399002" cy="1439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2136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4" descr="C:/Users/spml/AppData/Roaming/PolarisOffice/ETemp/20396_22951992/fImage1493700658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"/>
            <a:ext cx="24384635" cy="13716635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7700" y="6807200"/>
            <a:ext cx="6019800" cy="6527800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7212" y="10896600"/>
            <a:ext cx="7908073" cy="876300"/>
          </a:xfrm>
          <a:prstGeom prst="rect">
            <a:avLst/>
          </a:prstGeom>
        </p:spPr>
      </p:pic>
      <p:pic>
        <p:nvPicPr>
          <p:cNvPr id="13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599" y="9063355"/>
            <a:ext cx="9811855" cy="3141345"/>
          </a:xfrm>
          <a:prstGeom prst="rect">
            <a:avLst/>
          </a:prstGeom>
        </p:spPr>
      </p:pic>
      <p:pic>
        <p:nvPicPr>
          <p:cNvPr id="18" name="Picture 7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689100" y="774700"/>
            <a:ext cx="5516614" cy="62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620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5BD169C-6CA7-5E55-D466-19A9A11C0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pic>
        <p:nvPicPr>
          <p:cNvPr id="34" name="Picture 7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63341" y="924848"/>
            <a:ext cx="4152900" cy="469900"/>
          </a:xfrm>
          <a:prstGeom prst="rect">
            <a:avLst/>
          </a:prstGeom>
        </p:spPr>
      </p:pic>
      <p:pic>
        <p:nvPicPr>
          <p:cNvPr id="3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7454" y="5262847"/>
            <a:ext cx="1398883" cy="396350"/>
          </a:xfrm>
          <a:prstGeom prst="rect">
            <a:avLst/>
          </a:prstGeom>
        </p:spPr>
      </p:pic>
      <p:pic>
        <p:nvPicPr>
          <p:cNvPr id="36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5205" y="5130800"/>
            <a:ext cx="1524000" cy="431800"/>
          </a:xfrm>
          <a:prstGeom prst="rect">
            <a:avLst/>
          </a:prstGeom>
        </p:spPr>
      </p:pic>
      <p:pic>
        <p:nvPicPr>
          <p:cNvPr id="3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0655" y="5406292"/>
            <a:ext cx="1524000" cy="431800"/>
          </a:xfrm>
          <a:prstGeom prst="rect">
            <a:avLst/>
          </a:prstGeom>
        </p:spPr>
      </p:pic>
      <p:pic>
        <p:nvPicPr>
          <p:cNvPr id="38" name="Picture 5"/>
          <p:cNvPicPr>
            <a:picLocks noChangeAspect="1"/>
          </p:cNvPicPr>
          <p:nvPr/>
        </p:nvPicPr>
        <p:blipFill rotWithShape="1">
          <a:blip r:embed="rId5"/>
          <a:srcRect l="-435" t="77429" r="33243" b="482"/>
          <a:stretch/>
        </p:blipFill>
        <p:spPr>
          <a:xfrm>
            <a:off x="12192000" y="2964263"/>
            <a:ext cx="11817813" cy="2304283"/>
          </a:xfrm>
          <a:prstGeom prst="rect">
            <a:avLst/>
          </a:prstGeom>
        </p:spPr>
      </p:pic>
      <p:pic>
        <p:nvPicPr>
          <p:cNvPr id="39" name="Picture 5"/>
          <p:cNvPicPr>
            <a:picLocks noChangeAspect="1"/>
          </p:cNvPicPr>
          <p:nvPr/>
        </p:nvPicPr>
        <p:blipFill rotWithShape="1">
          <a:blip r:embed="rId5"/>
          <a:srcRect r="37801" b="22149"/>
          <a:stretch/>
        </p:blipFill>
        <p:spPr>
          <a:xfrm>
            <a:off x="1124014" y="3124200"/>
            <a:ext cx="10986697" cy="815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802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4" descr="C:/Users/spml/AppData/Roaming/PolarisOffice/ETemp/20396_22951992/fImage1493700658633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15"/>
            <a:ext cx="24384635" cy="1371663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6591617" y="5299377"/>
            <a:ext cx="11201400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9900" b="1" dirty="0" smtClean="0">
                <a:solidFill>
                  <a:srgbClr val="3D3D3D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감사합니다</a:t>
            </a:r>
            <a:endParaRPr lang="ko-KR" altLang="en-US" sz="19900" b="1" dirty="0">
              <a:solidFill>
                <a:srgbClr val="3D3D3D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843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1532</TotalTime>
  <Pages>35</Pages>
  <Words>2</Words>
  <Characters>0</Characters>
  <Application>Microsoft Office PowerPoint</Application>
  <DocSecurity>0</DocSecurity>
  <PresentationFormat>사용자 지정</PresentationFormat>
  <Lines>0</Lines>
  <Paragraphs>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Arial</vt:lpstr>
      <vt:lpstr>맑은 고딕</vt:lpstr>
      <vt:lpstr>Calibri</vt:lpstr>
      <vt:lpstr>Pretendard</vt:lpstr>
      <vt:lpstr>Office Theme</vt:lpstr>
      <vt:lpstr>Office theme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16</cp:revision>
  <dcterms:modified xsi:type="dcterms:W3CDTF">2025-12-15T09:11:35Z</dcterms:modified>
  <cp:version>10.105.280.55985</cp:version>
</cp:coreProperties>
</file>